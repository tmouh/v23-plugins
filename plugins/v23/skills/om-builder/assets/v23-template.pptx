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4"/>
  </p:sldMasterIdLst>
  <p:notesMasterIdLst>
    <p:notesMasterId r:id="rId26"/>
  </p:notesMasterIdLst>
  <p:sldIdLst/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BFE"/>
    <a:srgbClr val="080808"/>
    <a:srgbClr val="D4DEE4"/>
    <a:srgbClr val="1A2238"/>
    <a:srgbClr val="E8ED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63758B-1B02-410A-824E-2D82D8BB2A6F}" v="1" dt="2026-05-26T18:06:33.4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2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0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odore Mouhlas" userId="01ff3cd0-0633-42e2-959a-392a4aa13f64" providerId="ADAL" clId="{2673A91A-3439-4315-AE72-1AC445A732DB}"/>
    <pc:docChg chg="undo redo custSel addSld delSld modSld sldOrd">
      <pc:chgData name="Theodore Mouhlas" userId="01ff3cd0-0633-42e2-959a-392a4aa13f64" providerId="ADAL" clId="{2673A91A-3439-4315-AE72-1AC445A732DB}" dt="2026-05-26T19:18:36.485" v="752" actId="478"/>
      <pc:docMkLst>
        <pc:docMk/>
      </pc:docMkLst>
      <pc:sldChg chg="del">
        <pc:chgData name="Theodore Mouhlas" userId="01ff3cd0-0633-42e2-959a-392a4aa13f64" providerId="ADAL" clId="{2673A91A-3439-4315-AE72-1AC445A732DB}" dt="2026-05-26T18:34:55.047" v="673"/>
        <pc:sldMkLst>
          <pc:docMk/>
          <pc:sldMk cId="3892114611" sldId="273"/>
        </pc:sldMkLst>
      </pc:sldChg>
      <pc:sldChg chg="del">
        <pc:chgData name="Theodore Mouhlas" userId="01ff3cd0-0633-42e2-959a-392a4aa13f64" providerId="ADAL" clId="{2673A91A-3439-4315-AE72-1AC445A732DB}" dt="2026-05-26T18:13:21.749" v="344"/>
        <pc:sldMkLst>
          <pc:docMk/>
          <pc:sldMk cId="2394164613" sldId="274"/>
        </pc:sldMkLst>
      </pc:sldChg>
      <pc:sldChg chg="del">
        <pc:chgData name="Theodore Mouhlas" userId="01ff3cd0-0633-42e2-959a-392a4aa13f64" providerId="ADAL" clId="{2673A91A-3439-4315-AE72-1AC445A732DB}" dt="2026-05-26T18:30:43.236" v="581"/>
        <pc:sldMkLst>
          <pc:docMk/>
          <pc:sldMk cId="3375406878" sldId="299"/>
        </pc:sldMkLst>
      </pc:sldChg>
      <pc:sldChg chg="del">
        <pc:chgData name="Theodore Mouhlas" userId="01ff3cd0-0633-42e2-959a-392a4aa13f64" providerId="ADAL" clId="{2673A91A-3439-4315-AE72-1AC445A732DB}" dt="2026-05-26T18:35:02.973" v="674"/>
        <pc:sldMkLst>
          <pc:docMk/>
          <pc:sldMk cId="2127938153" sldId="305"/>
        </pc:sldMkLst>
      </pc:sldChg>
      <pc:sldChg chg="del">
        <pc:chgData name="Theodore Mouhlas" userId="01ff3cd0-0633-42e2-959a-392a4aa13f64" providerId="ADAL" clId="{2673A91A-3439-4315-AE72-1AC445A732DB}" dt="2026-05-26T18:11:48.890" v="277"/>
        <pc:sldMkLst>
          <pc:docMk/>
          <pc:sldMk cId="1631777672" sldId="310"/>
        </pc:sldMkLst>
      </pc:sldChg>
      <pc:sldChg chg="del">
        <pc:chgData name="Theodore Mouhlas" userId="01ff3cd0-0633-42e2-959a-392a4aa13f64" providerId="ADAL" clId="{2673A91A-3439-4315-AE72-1AC445A732DB}" dt="2026-05-26T18:12:28.930" v="330"/>
        <pc:sldMkLst>
          <pc:docMk/>
          <pc:sldMk cId="2037424839" sldId="311"/>
        </pc:sldMkLst>
      </pc:sldChg>
      <pc:sldChg chg="modSp mod">
        <pc:chgData name="Theodore Mouhlas" userId="01ff3cd0-0633-42e2-959a-392a4aa13f64" providerId="ADAL" clId="{2673A91A-3439-4315-AE72-1AC445A732DB}" dt="2026-05-26T19:16:40.892" v="735" actId="1582"/>
        <pc:sldMkLst>
          <pc:docMk/>
          <pc:sldMk cId="623374232" sldId="312"/>
        </pc:sldMkLst>
        <pc:spChg chg="mod">
          <ac:chgData name="Theodore Mouhlas" userId="01ff3cd0-0633-42e2-959a-392a4aa13f64" providerId="ADAL" clId="{2673A91A-3439-4315-AE72-1AC445A732DB}" dt="2026-05-26T19:16:40.892" v="735" actId="1582"/>
          <ac:spMkLst>
            <pc:docMk/>
            <pc:sldMk cId="623374232" sldId="312"/>
            <ac:spMk id="7" creationId="{B80DB8F5-3092-494F-B179-38E296F9E96B}"/>
          </ac:spMkLst>
        </pc:spChg>
      </pc:sldChg>
      <pc:sldChg chg="modSp mod">
        <pc:chgData name="Theodore Mouhlas" userId="01ff3cd0-0633-42e2-959a-392a4aa13f64" providerId="ADAL" clId="{2673A91A-3439-4315-AE72-1AC445A732DB}" dt="2026-05-26T15:15:56.413" v="64" actId="20577"/>
        <pc:sldMkLst>
          <pc:docMk/>
          <pc:sldMk cId="1797853386" sldId="323"/>
        </pc:sldMkLst>
        <pc:spChg chg="mod">
          <ac:chgData name="Theodore Mouhlas" userId="01ff3cd0-0633-42e2-959a-392a4aa13f64" providerId="ADAL" clId="{2673A91A-3439-4315-AE72-1AC445A732DB}" dt="2026-05-26T15:15:56.413" v="64" actId="20577"/>
          <ac:spMkLst>
            <pc:docMk/>
            <pc:sldMk cId="1797853386" sldId="323"/>
            <ac:spMk id="10" creationId="{9334F062-AF85-47F1-971D-944673B2B10A}"/>
          </ac:spMkLst>
        </pc:spChg>
      </pc:sldChg>
      <pc:sldChg chg="addSp delSp modSp del mod">
        <pc:chgData name="Theodore Mouhlas" userId="01ff3cd0-0633-42e2-959a-392a4aa13f64" providerId="ADAL" clId="{2673A91A-3439-4315-AE72-1AC445A732DB}" dt="2026-05-26T18:10:03.572" v="161"/>
        <pc:sldMkLst>
          <pc:docMk/>
          <pc:sldMk cId="2329745287" sldId="324"/>
        </pc:sldMkLst>
        <pc:spChg chg="mod">
          <ac:chgData name="Theodore Mouhlas" userId="01ff3cd0-0633-42e2-959a-392a4aa13f64" providerId="ADAL" clId="{2673A91A-3439-4315-AE72-1AC445A732DB}" dt="2026-05-26T15:18:26.770" v="131" actId="1038"/>
          <ac:spMkLst>
            <pc:docMk/>
            <pc:sldMk cId="2329745287" sldId="324"/>
            <ac:spMk id="7" creationId="{21B980EE-74D0-4699-B5A8-0A3914C9427A}"/>
          </ac:spMkLst>
        </pc:spChg>
        <pc:spChg chg="mod">
          <ac:chgData name="Theodore Mouhlas" userId="01ff3cd0-0633-42e2-959a-392a4aa13f64" providerId="ADAL" clId="{2673A91A-3439-4315-AE72-1AC445A732DB}" dt="2026-05-26T15:18:26.770" v="131" actId="1038"/>
          <ac:spMkLst>
            <pc:docMk/>
            <pc:sldMk cId="2329745287" sldId="324"/>
            <ac:spMk id="10" creationId="{E1B97C82-2B5F-4860-B770-7DC165379EDB}"/>
          </ac:spMkLst>
        </pc:spChg>
        <pc:spChg chg="add del mod">
          <ac:chgData name="Theodore Mouhlas" userId="01ff3cd0-0633-42e2-959a-392a4aa13f64" providerId="ADAL" clId="{2673A91A-3439-4315-AE72-1AC445A732DB}" dt="2026-05-26T15:18:26.770" v="131" actId="1038"/>
          <ac:spMkLst>
            <pc:docMk/>
            <pc:sldMk cId="2329745287" sldId="324"/>
            <ac:spMk id="13" creationId="{8B444574-AEA8-49F4-9E16-7E644839CAEF}"/>
          </ac:spMkLst>
        </pc:spChg>
        <pc:spChg chg="mod">
          <ac:chgData name="Theodore Mouhlas" userId="01ff3cd0-0633-42e2-959a-392a4aa13f64" providerId="ADAL" clId="{2673A91A-3439-4315-AE72-1AC445A732DB}" dt="2026-05-26T15:18:26.770" v="131" actId="1038"/>
          <ac:spMkLst>
            <pc:docMk/>
            <pc:sldMk cId="2329745287" sldId="324"/>
            <ac:spMk id="16" creationId="{CC065F66-A204-4DC0-A0C9-F4D7D49C43A8}"/>
          </ac:spMkLst>
        </pc:spChg>
        <pc:spChg chg="mod">
          <ac:chgData name="Theodore Mouhlas" userId="01ff3cd0-0633-42e2-959a-392a4aa13f64" providerId="ADAL" clId="{2673A91A-3439-4315-AE72-1AC445A732DB}" dt="2026-05-26T15:18:26.770" v="131" actId="1038"/>
          <ac:spMkLst>
            <pc:docMk/>
            <pc:sldMk cId="2329745287" sldId="324"/>
            <ac:spMk id="19" creationId="{CFCA0FA3-5D4B-4575-ADE3-FAA9E529A0A1}"/>
          </ac:spMkLst>
        </pc:spChg>
        <pc:spChg chg="mod">
          <ac:chgData name="Theodore Mouhlas" userId="01ff3cd0-0633-42e2-959a-392a4aa13f64" providerId="ADAL" clId="{2673A91A-3439-4315-AE72-1AC445A732DB}" dt="2026-05-26T15:18:26.770" v="131" actId="1038"/>
          <ac:spMkLst>
            <pc:docMk/>
            <pc:sldMk cId="2329745287" sldId="324"/>
            <ac:spMk id="22" creationId="{A088268F-3801-4851-B921-4A348CC84E17}"/>
          </ac:spMkLst>
        </pc:spChg>
      </pc:sldChg>
      <pc:sldChg chg="modSp del mod">
        <pc:chgData name="Theodore Mouhlas" userId="01ff3cd0-0633-42e2-959a-392a4aa13f64" providerId="ADAL" clId="{2673A91A-3439-4315-AE72-1AC445A732DB}" dt="2026-05-26T18:09:10.896" v="133"/>
        <pc:sldMkLst>
          <pc:docMk/>
          <pc:sldMk cId="727788216" sldId="325"/>
        </pc:sldMkLst>
        <pc:spChg chg="mod">
          <ac:chgData name="Theodore Mouhlas" userId="01ff3cd0-0633-42e2-959a-392a4aa13f64" providerId="ADAL" clId="{2673A91A-3439-4315-AE72-1AC445A732DB}" dt="2026-05-26T15:16:08.787" v="76" actId="20577"/>
          <ac:spMkLst>
            <pc:docMk/>
            <pc:sldMk cId="727788216" sldId="325"/>
            <ac:spMk id="5" creationId="{CBC820CB-203E-4FB7-8F94-481CF57E4EE3}"/>
          </ac:spMkLst>
        </pc:spChg>
        <pc:spChg chg="mod">
          <ac:chgData name="Theodore Mouhlas" userId="01ff3cd0-0633-42e2-959a-392a4aa13f64" providerId="ADAL" clId="{2673A91A-3439-4315-AE72-1AC445A732DB}" dt="2026-05-26T15:17:01.436" v="117" actId="20577"/>
          <ac:spMkLst>
            <pc:docMk/>
            <pc:sldMk cId="727788216" sldId="325"/>
            <ac:spMk id="6" creationId="{760721BA-A094-443D-91FD-F5700A36D5F8}"/>
          </ac:spMkLst>
        </pc:spChg>
        <pc:spChg chg="mod">
          <ac:chgData name="Theodore Mouhlas" userId="01ff3cd0-0633-42e2-959a-392a4aa13f64" providerId="ADAL" clId="{2673A91A-3439-4315-AE72-1AC445A732DB}" dt="2026-05-26T15:17:12.553" v="118" actId="403"/>
          <ac:spMkLst>
            <pc:docMk/>
            <pc:sldMk cId="727788216" sldId="325"/>
            <ac:spMk id="7" creationId="{684F62CA-6074-4304-B334-4B6055C3F151}"/>
          </ac:spMkLst>
        </pc:spChg>
        <pc:spChg chg="mod">
          <ac:chgData name="Theodore Mouhlas" userId="01ff3cd0-0633-42e2-959a-392a4aa13f64" providerId="ADAL" clId="{2673A91A-3439-4315-AE72-1AC445A732DB}" dt="2026-05-26T15:17:14.973" v="119" actId="403"/>
          <ac:spMkLst>
            <pc:docMk/>
            <pc:sldMk cId="727788216" sldId="325"/>
            <ac:spMk id="8" creationId="{1F514BED-B190-4758-B265-C5AF240261D2}"/>
          </ac:spMkLst>
        </pc:spChg>
        <pc:spChg chg="mod">
          <ac:chgData name="Theodore Mouhlas" userId="01ff3cd0-0633-42e2-959a-392a4aa13f64" providerId="ADAL" clId="{2673A91A-3439-4315-AE72-1AC445A732DB}" dt="2026-05-26T15:17:16.746" v="120" actId="403"/>
          <ac:spMkLst>
            <pc:docMk/>
            <pc:sldMk cId="727788216" sldId="325"/>
            <ac:spMk id="9" creationId="{FBB353AB-E917-4F55-B5F6-A31097A40792}"/>
          </ac:spMkLst>
        </pc:spChg>
        <pc:spChg chg="mod">
          <ac:chgData name="Theodore Mouhlas" userId="01ff3cd0-0633-42e2-959a-392a4aa13f64" providerId="ADAL" clId="{2673A91A-3439-4315-AE72-1AC445A732DB}" dt="2026-05-26T15:17:18.687" v="121" actId="403"/>
          <ac:spMkLst>
            <pc:docMk/>
            <pc:sldMk cId="727788216" sldId="325"/>
            <ac:spMk id="10" creationId="{566404F0-0487-43A9-A99E-E5763E977F10}"/>
          </ac:spMkLst>
        </pc:spChg>
        <pc:spChg chg="mod">
          <ac:chgData name="Theodore Mouhlas" userId="01ff3cd0-0633-42e2-959a-392a4aa13f64" providerId="ADAL" clId="{2673A91A-3439-4315-AE72-1AC445A732DB}" dt="2026-05-26T15:17:24.957" v="122" actId="403"/>
          <ac:spMkLst>
            <pc:docMk/>
            <pc:sldMk cId="727788216" sldId="325"/>
            <ac:spMk id="26" creationId="{50959E17-D362-4D58-9169-D67BBAAA9690}"/>
          </ac:spMkLst>
        </pc:spChg>
      </pc:sldChg>
      <pc:sldChg chg="del">
        <pc:chgData name="Theodore Mouhlas" userId="01ff3cd0-0633-42e2-959a-392a4aa13f64" providerId="ADAL" clId="{2673A91A-3439-4315-AE72-1AC445A732DB}" dt="2026-05-26T18:52:13.036" v="731"/>
        <pc:sldMkLst>
          <pc:docMk/>
          <pc:sldMk cId="1706636781" sldId="327"/>
        </pc:sldMkLst>
      </pc:sldChg>
      <pc:sldChg chg="del">
        <pc:chgData name="Theodore Mouhlas" userId="01ff3cd0-0633-42e2-959a-392a4aa13f64" providerId="ADAL" clId="{2673A91A-3439-4315-AE72-1AC445A732DB}" dt="2026-05-26T18:14:14.920" v="362"/>
        <pc:sldMkLst>
          <pc:docMk/>
          <pc:sldMk cId="4144376458" sldId="328"/>
        </pc:sldMkLst>
      </pc:sldChg>
      <pc:sldChg chg="del">
        <pc:chgData name="Theodore Mouhlas" userId="01ff3cd0-0633-42e2-959a-392a4aa13f64" providerId="ADAL" clId="{2673A91A-3439-4315-AE72-1AC445A732DB}" dt="2026-05-26T18:15:06.212" v="385"/>
        <pc:sldMkLst>
          <pc:docMk/>
          <pc:sldMk cId="3666346471" sldId="329"/>
        </pc:sldMkLst>
      </pc:sldChg>
      <pc:sldChg chg="del">
        <pc:chgData name="Theodore Mouhlas" userId="01ff3cd0-0633-42e2-959a-392a4aa13f64" providerId="ADAL" clId="{2673A91A-3439-4315-AE72-1AC445A732DB}" dt="2026-05-26T18:15:48.198" v="398"/>
        <pc:sldMkLst>
          <pc:docMk/>
          <pc:sldMk cId="1785711563" sldId="330"/>
        </pc:sldMkLst>
      </pc:sldChg>
      <pc:sldChg chg="del">
        <pc:chgData name="Theodore Mouhlas" userId="01ff3cd0-0633-42e2-959a-392a4aa13f64" providerId="ADAL" clId="{2673A91A-3439-4315-AE72-1AC445A732DB}" dt="2026-05-26T18:16:39.255" v="431"/>
        <pc:sldMkLst>
          <pc:docMk/>
          <pc:sldMk cId="1181954112" sldId="331"/>
        </pc:sldMkLst>
      </pc:sldChg>
      <pc:sldChg chg="del">
        <pc:chgData name="Theodore Mouhlas" userId="01ff3cd0-0633-42e2-959a-392a4aa13f64" providerId="ADAL" clId="{2673A91A-3439-4315-AE72-1AC445A732DB}" dt="2026-05-26T18:24:34.584" v="476"/>
        <pc:sldMkLst>
          <pc:docMk/>
          <pc:sldMk cId="2363036190" sldId="332"/>
        </pc:sldMkLst>
      </pc:sldChg>
      <pc:sldChg chg="del">
        <pc:chgData name="Theodore Mouhlas" userId="01ff3cd0-0633-42e2-959a-392a4aa13f64" providerId="ADAL" clId="{2673A91A-3439-4315-AE72-1AC445A732DB}" dt="2026-05-26T18:28:36.892" v="563"/>
        <pc:sldMkLst>
          <pc:docMk/>
          <pc:sldMk cId="137955057" sldId="334"/>
        </pc:sldMkLst>
      </pc:sldChg>
      <pc:sldChg chg="del">
        <pc:chgData name="Theodore Mouhlas" userId="01ff3cd0-0633-42e2-959a-392a4aa13f64" providerId="ADAL" clId="{2673A91A-3439-4315-AE72-1AC445A732DB}" dt="2026-05-26T18:31:47.105" v="591"/>
        <pc:sldMkLst>
          <pc:docMk/>
          <pc:sldMk cId="1676856778" sldId="336"/>
        </pc:sldMkLst>
      </pc:sldChg>
      <pc:sldChg chg="del">
        <pc:chgData name="Theodore Mouhlas" userId="01ff3cd0-0633-42e2-959a-392a4aa13f64" providerId="ADAL" clId="{2673A91A-3439-4315-AE72-1AC445A732DB}" dt="2026-05-26T18:10:52.281" v="234"/>
        <pc:sldMkLst>
          <pc:docMk/>
          <pc:sldMk cId="4105459463" sldId="337"/>
        </pc:sldMkLst>
      </pc:sldChg>
      <pc:sldChg chg="modSp add del mod">
        <pc:chgData name="Theodore Mouhlas" userId="01ff3cd0-0633-42e2-959a-392a4aa13f64" providerId="ADAL" clId="{2673A91A-3439-4315-AE72-1AC445A732DB}" dt="2026-05-26T18:50:24.148" v="707"/>
        <pc:sldMkLst>
          <pc:docMk/>
          <pc:sldMk cId="1401145330" sldId="338"/>
        </pc:sldMkLst>
        <pc:spChg chg="mod">
          <ac:chgData name="Theodore Mouhlas" userId="01ff3cd0-0633-42e2-959a-392a4aa13f64" providerId="ADAL" clId="{2673A91A-3439-4315-AE72-1AC445A732DB}" dt="2026-05-26T18:09:10.997" v="134"/>
          <ac:spMkLst>
            <pc:docMk/>
            <pc:sldMk cId="1401145330" sldId="338"/>
            <ac:spMk id="5" creationId="{CBC820CB-203E-4FB7-8F94-481CF57E4EE3}"/>
          </ac:spMkLst>
        </pc:spChg>
        <pc:spChg chg="mod">
          <ac:chgData name="Theodore Mouhlas" userId="01ff3cd0-0633-42e2-959a-392a4aa13f64" providerId="ADAL" clId="{2673A91A-3439-4315-AE72-1AC445A732DB}" dt="2026-05-26T18:41:42.926" v="705" actId="20577"/>
          <ac:spMkLst>
            <pc:docMk/>
            <pc:sldMk cId="1401145330" sldId="338"/>
            <ac:spMk id="6" creationId="{760721BA-A094-443D-91FD-F5700A36D5F8}"/>
          </ac:spMkLst>
        </pc:spChg>
        <pc:spChg chg="mod">
          <ac:chgData name="Theodore Mouhlas" userId="01ff3cd0-0633-42e2-959a-392a4aa13f64" providerId="ADAL" clId="{2673A91A-3439-4315-AE72-1AC445A732DB}" dt="2026-05-26T18:32:24.443" v="642" actId="1035"/>
          <ac:spMkLst>
            <pc:docMk/>
            <pc:sldMk cId="1401145330" sldId="338"/>
            <ac:spMk id="7" creationId="{684F62CA-6074-4304-B334-4B6055C3F151}"/>
          </ac:spMkLst>
        </pc:spChg>
        <pc:spChg chg="mod">
          <ac:chgData name="Theodore Mouhlas" userId="01ff3cd0-0633-42e2-959a-392a4aa13f64" providerId="ADAL" clId="{2673A91A-3439-4315-AE72-1AC445A732DB}" dt="2026-05-26T18:32:24.443" v="642" actId="1035"/>
          <ac:spMkLst>
            <pc:docMk/>
            <pc:sldMk cId="1401145330" sldId="338"/>
            <ac:spMk id="8" creationId="{1F514BED-B190-4758-B265-C5AF240261D2}"/>
          </ac:spMkLst>
        </pc:spChg>
        <pc:spChg chg="mod">
          <ac:chgData name="Theodore Mouhlas" userId="01ff3cd0-0633-42e2-959a-392a4aa13f64" providerId="ADAL" clId="{2673A91A-3439-4315-AE72-1AC445A732DB}" dt="2026-05-26T18:32:14.316" v="629" actId="403"/>
          <ac:spMkLst>
            <pc:docMk/>
            <pc:sldMk cId="1401145330" sldId="338"/>
            <ac:spMk id="9" creationId="{FBB353AB-E917-4F55-B5F6-A31097A40792}"/>
          </ac:spMkLst>
        </pc:spChg>
        <pc:spChg chg="mod">
          <ac:chgData name="Theodore Mouhlas" userId="01ff3cd0-0633-42e2-959a-392a4aa13f64" providerId="ADAL" clId="{2673A91A-3439-4315-AE72-1AC445A732DB}" dt="2026-05-26T18:32:16.637" v="630" actId="403"/>
          <ac:spMkLst>
            <pc:docMk/>
            <pc:sldMk cId="1401145330" sldId="338"/>
            <ac:spMk id="10" creationId="{566404F0-0487-43A9-A99E-E5763E977F10}"/>
          </ac:spMkLst>
        </pc:spChg>
        <pc:spChg chg="mod">
          <ac:chgData name="Theodore Mouhlas" userId="01ff3cd0-0633-42e2-959a-392a4aa13f64" providerId="ADAL" clId="{2673A91A-3439-4315-AE72-1AC445A732DB}" dt="2026-05-26T18:34:01.667" v="671" actId="1036"/>
          <ac:spMkLst>
            <pc:docMk/>
            <pc:sldMk cId="1401145330" sldId="338"/>
            <ac:spMk id="13" creationId="{2EE52D10-BE4B-4872-A693-DE2D8C1A13DE}"/>
          </ac:spMkLst>
        </pc:spChg>
        <pc:spChg chg="mod">
          <ac:chgData name="Theodore Mouhlas" userId="01ff3cd0-0633-42e2-959a-392a4aa13f64" providerId="ADAL" clId="{2673A91A-3439-4315-AE72-1AC445A732DB}" dt="2026-05-26T18:09:11.027" v="145"/>
          <ac:spMkLst>
            <pc:docMk/>
            <pc:sldMk cId="1401145330" sldId="338"/>
            <ac:spMk id="15" creationId="{E1BEC6D0-FBFE-4D10-B979-1B4C4003D516}"/>
          </ac:spMkLst>
        </pc:spChg>
        <pc:spChg chg="mod">
          <ac:chgData name="Theodore Mouhlas" userId="01ff3cd0-0633-42e2-959a-392a4aa13f64" providerId="ADAL" clId="{2673A91A-3439-4315-AE72-1AC445A732DB}" dt="2026-05-26T18:33:57.409" v="668" actId="1035"/>
          <ac:spMkLst>
            <pc:docMk/>
            <pc:sldMk cId="1401145330" sldId="338"/>
            <ac:spMk id="16" creationId="{C4DD0CD1-6282-4D0D-8198-F99D3696811D}"/>
          </ac:spMkLst>
        </pc:spChg>
        <pc:spChg chg="mod">
          <ac:chgData name="Theodore Mouhlas" userId="01ff3cd0-0633-42e2-959a-392a4aa13f64" providerId="ADAL" clId="{2673A91A-3439-4315-AE72-1AC445A732DB}" dt="2026-05-26T18:09:11.031" v="148"/>
          <ac:spMkLst>
            <pc:docMk/>
            <pc:sldMk cId="1401145330" sldId="338"/>
            <ac:spMk id="18" creationId="{AD1EE3D5-D6AB-45CE-9B3C-A867C853E9AA}"/>
          </ac:spMkLst>
        </pc:spChg>
        <pc:spChg chg="mod">
          <ac:chgData name="Theodore Mouhlas" userId="01ff3cd0-0633-42e2-959a-392a4aa13f64" providerId="ADAL" clId="{2673A91A-3439-4315-AE72-1AC445A732DB}" dt="2026-05-26T18:33:57.409" v="668" actId="1035"/>
          <ac:spMkLst>
            <pc:docMk/>
            <pc:sldMk cId="1401145330" sldId="338"/>
            <ac:spMk id="19" creationId="{E352BB6F-F04F-4027-BCCB-40CE41D46221}"/>
          </ac:spMkLst>
        </pc:spChg>
        <pc:spChg chg="mod">
          <ac:chgData name="Theodore Mouhlas" userId="01ff3cd0-0633-42e2-959a-392a4aa13f64" providerId="ADAL" clId="{2673A91A-3439-4315-AE72-1AC445A732DB}" dt="2026-05-26T18:09:11.034" v="151"/>
          <ac:spMkLst>
            <pc:docMk/>
            <pc:sldMk cId="1401145330" sldId="338"/>
            <ac:spMk id="21" creationId="{BB06FC17-6D6C-45CA-906F-8BC18D17A7A6}"/>
          </ac:spMkLst>
        </pc:spChg>
        <pc:spChg chg="mod">
          <ac:chgData name="Theodore Mouhlas" userId="01ff3cd0-0633-42e2-959a-392a4aa13f64" providerId="ADAL" clId="{2673A91A-3439-4315-AE72-1AC445A732DB}" dt="2026-05-26T18:33:57.409" v="668" actId="1035"/>
          <ac:spMkLst>
            <pc:docMk/>
            <pc:sldMk cId="1401145330" sldId="338"/>
            <ac:spMk id="22" creationId="{04120AD4-9148-43A2-BD5F-ED2DCC419224}"/>
          </ac:spMkLst>
        </pc:spChg>
        <pc:spChg chg="mod">
          <ac:chgData name="Theodore Mouhlas" userId="01ff3cd0-0633-42e2-959a-392a4aa13f64" providerId="ADAL" clId="{2673A91A-3439-4315-AE72-1AC445A732DB}" dt="2026-05-26T18:09:11.037" v="154"/>
          <ac:spMkLst>
            <pc:docMk/>
            <pc:sldMk cId="1401145330" sldId="338"/>
            <ac:spMk id="24" creationId="{DD40C2B8-0DFB-4E67-B0E8-C9F8DB6B5B17}"/>
          </ac:spMkLst>
        </pc:spChg>
        <pc:spChg chg="mod">
          <ac:chgData name="Theodore Mouhlas" userId="01ff3cd0-0633-42e2-959a-392a4aa13f64" providerId="ADAL" clId="{2673A91A-3439-4315-AE72-1AC445A732DB}" dt="2026-05-26T18:34:01.667" v="671" actId="1036"/>
          <ac:spMkLst>
            <pc:docMk/>
            <pc:sldMk cId="1401145330" sldId="338"/>
            <ac:spMk id="25" creationId="{EBD3270C-AEF0-4453-86C2-505B51AD9817}"/>
          </ac:spMkLst>
        </pc:spChg>
        <pc:spChg chg="mod">
          <ac:chgData name="Theodore Mouhlas" userId="01ff3cd0-0633-42e2-959a-392a4aa13f64" providerId="ADAL" clId="{2673A91A-3439-4315-AE72-1AC445A732DB}" dt="2026-05-26T18:32:09.321" v="628" actId="1035"/>
          <ac:spMkLst>
            <pc:docMk/>
            <pc:sldMk cId="1401145330" sldId="338"/>
            <ac:spMk id="26" creationId="{50959E17-D362-4D58-9169-D67BBAAA9690}"/>
          </ac:spMkLst>
        </pc:spChg>
      </pc:sldChg>
      <pc:sldChg chg="delSp modSp add del mod">
        <pc:chgData name="Theodore Mouhlas" userId="01ff3cd0-0633-42e2-959a-392a4aa13f64" providerId="ADAL" clId="{2673A91A-3439-4315-AE72-1AC445A732DB}" dt="2026-05-26T18:19:39.895" v="446"/>
        <pc:sldMkLst>
          <pc:docMk/>
          <pc:sldMk cId="13819171" sldId="339"/>
        </pc:sldMkLst>
        <pc:spChg chg="mod">
          <ac:chgData name="Theodore Mouhlas" userId="01ff3cd0-0633-42e2-959a-392a4aa13f64" providerId="ADAL" clId="{2673A91A-3439-4315-AE72-1AC445A732DB}" dt="2026-05-26T18:12:16.409" v="323" actId="1035"/>
          <ac:spMkLst>
            <pc:docMk/>
            <pc:sldMk cId="13819171" sldId="339"/>
            <ac:spMk id="2" creationId="{2E35EB7A-A52F-5A1B-215B-0384D7F189E7}"/>
          </ac:spMkLst>
        </pc:spChg>
        <pc:spChg chg="mod">
          <ac:chgData name="Theodore Mouhlas" userId="01ff3cd0-0633-42e2-959a-392a4aa13f64" providerId="ADAL" clId="{2673A91A-3439-4315-AE72-1AC445A732DB}" dt="2026-05-26T18:16:06.423" v="429" actId="20577"/>
          <ac:spMkLst>
            <pc:docMk/>
            <pc:sldMk cId="13819171" sldId="339"/>
            <ac:spMk id="5" creationId="{45AAE1AE-7DFA-4D4E-84E7-E394EDC4B550}"/>
          </ac:spMkLst>
        </pc:spChg>
        <pc:spChg chg="mod">
          <ac:chgData name="Theodore Mouhlas" userId="01ff3cd0-0633-42e2-959a-392a4aa13f64" providerId="ADAL" clId="{2673A91A-3439-4315-AE72-1AC445A732DB}" dt="2026-05-26T18:11:50.481" v="304" actId="1036"/>
          <ac:spMkLst>
            <pc:docMk/>
            <pc:sldMk cId="13819171" sldId="339"/>
            <ac:spMk id="6" creationId="{8F94CC48-7D26-4495-87F8-D227CD1CC027}"/>
          </ac:spMkLst>
        </pc:spChg>
        <pc:spChg chg="del mod">
          <ac:chgData name="Theodore Mouhlas" userId="01ff3cd0-0633-42e2-959a-392a4aa13f64" providerId="ADAL" clId="{2673A91A-3439-4315-AE72-1AC445A732DB}" dt="2026-05-26T18:15:48.816" v="407" actId="478"/>
          <ac:spMkLst>
            <pc:docMk/>
            <pc:sldMk cId="13819171" sldId="339"/>
            <ac:spMk id="7" creationId="{21B980EE-74D0-4699-B5A8-0A3914C9427A}"/>
          </ac:spMkLst>
        </pc:spChg>
        <pc:spChg chg="mod">
          <ac:chgData name="Theodore Mouhlas" userId="01ff3cd0-0633-42e2-959a-392a4aa13f64" providerId="ADAL" clId="{2673A91A-3439-4315-AE72-1AC445A732DB}" dt="2026-05-26T18:12:16.409" v="323" actId="1035"/>
          <ac:spMkLst>
            <pc:docMk/>
            <pc:sldMk cId="13819171" sldId="339"/>
            <ac:spMk id="8" creationId="{8A28107C-48DA-45B0-8463-D5D9FD42562E}"/>
          </ac:spMkLst>
        </pc:spChg>
        <pc:spChg chg="mod">
          <ac:chgData name="Theodore Mouhlas" userId="01ff3cd0-0633-42e2-959a-392a4aa13f64" providerId="ADAL" clId="{2673A91A-3439-4315-AE72-1AC445A732DB}" dt="2026-05-26T18:15:28.960" v="396" actId="14100"/>
          <ac:spMkLst>
            <pc:docMk/>
            <pc:sldMk cId="13819171" sldId="339"/>
            <ac:spMk id="9" creationId="{ED99D64B-5472-4A4E-AD62-9B1026C3C2D5}"/>
          </ac:spMkLst>
        </pc:spChg>
        <pc:spChg chg="del mod">
          <ac:chgData name="Theodore Mouhlas" userId="01ff3cd0-0633-42e2-959a-392a4aa13f64" providerId="ADAL" clId="{2673A91A-3439-4315-AE72-1AC445A732DB}" dt="2026-05-26T18:15:48.816" v="407" actId="478"/>
          <ac:spMkLst>
            <pc:docMk/>
            <pc:sldMk cId="13819171" sldId="339"/>
            <ac:spMk id="10" creationId="{E1B97C82-2B5F-4860-B770-7DC165379EDB}"/>
          </ac:spMkLst>
        </pc:spChg>
        <pc:spChg chg="mod">
          <ac:chgData name="Theodore Mouhlas" userId="01ff3cd0-0633-42e2-959a-392a4aa13f64" providerId="ADAL" clId="{2673A91A-3439-4315-AE72-1AC445A732DB}" dt="2026-05-26T18:15:28.960" v="396" actId="14100"/>
          <ac:spMkLst>
            <pc:docMk/>
            <pc:sldMk cId="13819171" sldId="339"/>
            <ac:spMk id="11" creationId="{BA89B2D3-B45F-4AD4-B6E0-00AF017F1357}"/>
          </ac:spMkLst>
        </pc:spChg>
        <pc:spChg chg="mod">
          <ac:chgData name="Theodore Mouhlas" userId="01ff3cd0-0633-42e2-959a-392a4aa13f64" providerId="ADAL" clId="{2673A91A-3439-4315-AE72-1AC445A732DB}" dt="2026-05-26T18:15:28.960" v="396" actId="14100"/>
          <ac:spMkLst>
            <pc:docMk/>
            <pc:sldMk cId="13819171" sldId="339"/>
            <ac:spMk id="12" creationId="{AB720C41-9174-4B7F-815B-8463D676C161}"/>
          </ac:spMkLst>
        </pc:spChg>
        <pc:spChg chg="del mod">
          <ac:chgData name="Theodore Mouhlas" userId="01ff3cd0-0633-42e2-959a-392a4aa13f64" providerId="ADAL" clId="{2673A91A-3439-4315-AE72-1AC445A732DB}" dt="2026-05-26T18:15:48.816" v="407" actId="478"/>
          <ac:spMkLst>
            <pc:docMk/>
            <pc:sldMk cId="13819171" sldId="339"/>
            <ac:spMk id="13" creationId="{8B444574-AEA8-49F4-9E16-7E644839CAEF}"/>
          </ac:spMkLst>
        </pc:spChg>
        <pc:spChg chg="mod">
          <ac:chgData name="Theodore Mouhlas" userId="01ff3cd0-0633-42e2-959a-392a4aa13f64" providerId="ADAL" clId="{2673A91A-3439-4315-AE72-1AC445A732DB}" dt="2026-05-26T18:10:03.634" v="174"/>
          <ac:spMkLst>
            <pc:docMk/>
            <pc:sldMk cId="13819171" sldId="339"/>
            <ac:spMk id="14" creationId="{1C175836-8AD0-470E-BEC6-A1FD626B9D31}"/>
          </ac:spMkLst>
        </pc:spChg>
        <pc:spChg chg="mod">
          <ac:chgData name="Theodore Mouhlas" userId="01ff3cd0-0633-42e2-959a-392a4aa13f64" providerId="ADAL" clId="{2673A91A-3439-4315-AE72-1AC445A732DB}" dt="2026-05-26T18:12:28.424" v="328" actId="1036"/>
          <ac:spMkLst>
            <pc:docMk/>
            <pc:sldMk cId="13819171" sldId="339"/>
            <ac:spMk id="15" creationId="{C9D34985-E018-4E5E-A5E2-E14AB9C5DF59}"/>
          </ac:spMkLst>
        </pc:spChg>
        <pc:spChg chg="del mod">
          <ac:chgData name="Theodore Mouhlas" userId="01ff3cd0-0633-42e2-959a-392a4aa13f64" providerId="ADAL" clId="{2673A91A-3439-4315-AE72-1AC445A732DB}" dt="2026-05-26T18:15:48.816" v="407" actId="478"/>
          <ac:spMkLst>
            <pc:docMk/>
            <pc:sldMk cId="13819171" sldId="339"/>
            <ac:spMk id="16" creationId="{CC065F66-A204-4DC0-A0C9-F4D7D49C43A8}"/>
          </ac:spMkLst>
        </pc:spChg>
        <pc:spChg chg="mod">
          <ac:chgData name="Theodore Mouhlas" userId="01ff3cd0-0633-42e2-959a-392a4aa13f64" providerId="ADAL" clId="{2673A91A-3439-4315-AE72-1AC445A732DB}" dt="2026-05-26T18:15:28.960" v="396" actId="14100"/>
          <ac:spMkLst>
            <pc:docMk/>
            <pc:sldMk cId="13819171" sldId="339"/>
            <ac:spMk id="17" creationId="{CD121969-E9D6-40FF-A132-C72C5F54464F}"/>
          </ac:spMkLst>
        </pc:spChg>
        <pc:spChg chg="mod">
          <ac:chgData name="Theodore Mouhlas" userId="01ff3cd0-0633-42e2-959a-392a4aa13f64" providerId="ADAL" clId="{2673A91A-3439-4315-AE72-1AC445A732DB}" dt="2026-05-26T18:12:28.424" v="328" actId="1036"/>
          <ac:spMkLst>
            <pc:docMk/>
            <pc:sldMk cId="13819171" sldId="339"/>
            <ac:spMk id="18" creationId="{607108FC-8E95-42F3-9B82-8A9B418C5D9E}"/>
          </ac:spMkLst>
        </pc:spChg>
        <pc:spChg chg="del mod">
          <ac:chgData name="Theodore Mouhlas" userId="01ff3cd0-0633-42e2-959a-392a4aa13f64" providerId="ADAL" clId="{2673A91A-3439-4315-AE72-1AC445A732DB}" dt="2026-05-26T18:15:48.816" v="407" actId="478"/>
          <ac:spMkLst>
            <pc:docMk/>
            <pc:sldMk cId="13819171" sldId="339"/>
            <ac:spMk id="19" creationId="{CFCA0FA3-5D4B-4575-ADE3-FAA9E529A0A1}"/>
          </ac:spMkLst>
        </pc:spChg>
        <pc:spChg chg="mod">
          <ac:chgData name="Theodore Mouhlas" userId="01ff3cd0-0633-42e2-959a-392a4aa13f64" providerId="ADAL" clId="{2673A91A-3439-4315-AE72-1AC445A732DB}" dt="2026-05-26T18:14:57.023" v="377" actId="1035"/>
          <ac:spMkLst>
            <pc:docMk/>
            <pc:sldMk cId="13819171" sldId="339"/>
            <ac:spMk id="20" creationId="{4A8EA73C-66F7-4CFF-88B2-9E2584152534}"/>
          </ac:spMkLst>
        </pc:spChg>
        <pc:spChg chg="mod">
          <ac:chgData name="Theodore Mouhlas" userId="01ff3cd0-0633-42e2-959a-392a4aa13f64" providerId="ADAL" clId="{2673A91A-3439-4315-AE72-1AC445A732DB}" dt="2026-05-26T18:15:03.441" v="383" actId="1037"/>
          <ac:spMkLst>
            <pc:docMk/>
            <pc:sldMk cId="13819171" sldId="339"/>
            <ac:spMk id="21" creationId="{4D12C0E4-BCB6-4848-8023-99D8B77A3DEF}"/>
          </ac:spMkLst>
        </pc:spChg>
        <pc:spChg chg="del">
          <ac:chgData name="Theodore Mouhlas" userId="01ff3cd0-0633-42e2-959a-392a4aa13f64" providerId="ADAL" clId="{2673A91A-3439-4315-AE72-1AC445A732DB}" dt="2026-05-26T18:15:48.816" v="407" actId="478"/>
          <ac:spMkLst>
            <pc:docMk/>
            <pc:sldMk cId="13819171" sldId="339"/>
            <ac:spMk id="22" creationId="{A088268F-3801-4851-B921-4A348CC84E17}"/>
          </ac:spMkLst>
        </pc:spChg>
        <pc:spChg chg="mod">
          <ac:chgData name="Theodore Mouhlas" userId="01ff3cd0-0633-42e2-959a-392a4aa13f64" providerId="ADAL" clId="{2673A91A-3439-4315-AE72-1AC445A732DB}" dt="2026-05-26T18:10:03.650" v="184"/>
          <ac:spMkLst>
            <pc:docMk/>
            <pc:sldMk cId="13819171" sldId="339"/>
            <ac:spMk id="23" creationId="{A69B585B-8EF8-470A-AF87-531AA23EA6C2}"/>
          </ac:spMkLst>
        </pc:spChg>
        <pc:spChg chg="mod">
          <ac:chgData name="Theodore Mouhlas" userId="01ff3cd0-0633-42e2-959a-392a4aa13f64" providerId="ADAL" clId="{2673A91A-3439-4315-AE72-1AC445A732DB}" dt="2026-05-26T18:10:03.654" v="186"/>
          <ac:spMkLst>
            <pc:docMk/>
            <pc:sldMk cId="13819171" sldId="339"/>
            <ac:spMk id="24" creationId="{E4B94D33-FB01-4F3B-9C03-1FF7A3DF0BB3}"/>
          </ac:spMkLst>
        </pc:spChg>
        <pc:spChg chg="mod">
          <ac:chgData name="Theodore Mouhlas" userId="01ff3cd0-0633-42e2-959a-392a4aa13f64" providerId="ADAL" clId="{2673A91A-3439-4315-AE72-1AC445A732DB}" dt="2026-05-26T18:10:03.656" v="188"/>
          <ac:spMkLst>
            <pc:docMk/>
            <pc:sldMk cId="13819171" sldId="339"/>
            <ac:spMk id="25" creationId="{03BAF204-C73F-4262-8840-BE4B9528ED8E}"/>
          </ac:spMkLst>
        </pc:spChg>
        <pc:spChg chg="mod">
          <ac:chgData name="Theodore Mouhlas" userId="01ff3cd0-0633-42e2-959a-392a4aa13f64" providerId="ADAL" clId="{2673A91A-3439-4315-AE72-1AC445A732DB}" dt="2026-05-26T18:12:28.424" v="328" actId="1036"/>
          <ac:spMkLst>
            <pc:docMk/>
            <pc:sldMk cId="13819171" sldId="339"/>
            <ac:spMk id="32" creationId="{13BC3AB1-DF02-136E-A79D-88DA11EA2264}"/>
          </ac:spMkLst>
        </pc:spChg>
        <pc:spChg chg="mod">
          <ac:chgData name="Theodore Mouhlas" userId="01ff3cd0-0633-42e2-959a-392a4aa13f64" providerId="ADAL" clId="{2673A91A-3439-4315-AE72-1AC445A732DB}" dt="2026-05-26T18:12:28.424" v="328" actId="1036"/>
          <ac:spMkLst>
            <pc:docMk/>
            <pc:sldMk cId="13819171" sldId="339"/>
            <ac:spMk id="33" creationId="{0E318B69-7A68-4BE3-8F12-0209536C2A40}"/>
          </ac:spMkLst>
        </pc:spChg>
        <pc:spChg chg="mod">
          <ac:chgData name="Theodore Mouhlas" userId="01ff3cd0-0633-42e2-959a-392a4aa13f64" providerId="ADAL" clId="{2673A91A-3439-4315-AE72-1AC445A732DB}" dt="2026-05-26T18:15:28.960" v="396" actId="14100"/>
          <ac:spMkLst>
            <pc:docMk/>
            <pc:sldMk cId="13819171" sldId="339"/>
            <ac:spMk id="34" creationId="{72D177EB-5E12-4994-AAA3-2903DF556964}"/>
          </ac:spMkLst>
        </pc:spChg>
        <pc:spChg chg="mod">
          <ac:chgData name="Theodore Mouhlas" userId="01ff3cd0-0633-42e2-959a-392a4aa13f64" providerId="ADAL" clId="{2673A91A-3439-4315-AE72-1AC445A732DB}" dt="2026-05-26T18:15:28.960" v="396" actId="14100"/>
          <ac:spMkLst>
            <pc:docMk/>
            <pc:sldMk cId="13819171" sldId="339"/>
            <ac:spMk id="35" creationId="{734FCF85-A3A7-4146-ABB6-8B823A5EA3FE}"/>
          </ac:spMkLst>
        </pc:spChg>
        <pc:spChg chg="mod">
          <ac:chgData name="Theodore Mouhlas" userId="01ff3cd0-0633-42e2-959a-392a4aa13f64" providerId="ADAL" clId="{2673A91A-3439-4315-AE72-1AC445A732DB}" dt="2026-05-26T18:12:28.424" v="328" actId="1036"/>
          <ac:spMkLst>
            <pc:docMk/>
            <pc:sldMk cId="13819171" sldId="339"/>
            <ac:spMk id="36" creationId="{4F10F189-EB77-493F-A4C4-F715C8831C6C}"/>
          </ac:spMkLst>
        </pc:spChg>
      </pc:sldChg>
      <pc:sldChg chg="modSp add del mod">
        <pc:chgData name="Theodore Mouhlas" userId="01ff3cd0-0633-42e2-959a-392a4aa13f64" providerId="ADAL" clId="{2673A91A-3439-4315-AE72-1AC445A732DB}" dt="2026-05-26T18:21:24.082" v="454"/>
        <pc:sldMkLst>
          <pc:docMk/>
          <pc:sldMk cId="800357790" sldId="340"/>
        </pc:sldMkLst>
        <pc:spChg chg="mod">
          <ac:chgData name="Theodore Mouhlas" userId="01ff3cd0-0633-42e2-959a-392a4aa13f64" providerId="ADAL" clId="{2673A91A-3439-4315-AE72-1AC445A732DB}" dt="2026-05-26T18:10:52.316" v="236"/>
          <ac:spMkLst>
            <pc:docMk/>
            <pc:sldMk cId="800357790" sldId="340"/>
            <ac:spMk id="5" creationId="{0BB00342-2DF1-46FE-9005-785F1F26D872}"/>
          </ac:spMkLst>
        </pc:spChg>
        <pc:spChg chg="mod">
          <ac:chgData name="Theodore Mouhlas" userId="01ff3cd0-0633-42e2-959a-392a4aa13f64" providerId="ADAL" clId="{2673A91A-3439-4315-AE72-1AC445A732DB}" dt="2026-05-26T18:10:52.321" v="238"/>
          <ac:spMkLst>
            <pc:docMk/>
            <pc:sldMk cId="800357790" sldId="340"/>
            <ac:spMk id="6" creationId="{B382F5E8-27A9-48B5-A65B-AA4071C6BAC4}"/>
          </ac:spMkLst>
        </pc:spChg>
        <pc:spChg chg="mod">
          <ac:chgData name="Theodore Mouhlas" userId="01ff3cd0-0633-42e2-959a-392a4aa13f64" providerId="ADAL" clId="{2673A91A-3439-4315-AE72-1AC445A732DB}" dt="2026-05-26T18:10:52.321" v="239"/>
          <ac:spMkLst>
            <pc:docMk/>
            <pc:sldMk cId="800357790" sldId="340"/>
            <ac:spMk id="7" creationId="{A5F7BA1B-725A-450E-B98A-6553E4C37556}"/>
          </ac:spMkLst>
        </pc:spChg>
        <pc:spChg chg="mod">
          <ac:chgData name="Theodore Mouhlas" userId="01ff3cd0-0633-42e2-959a-392a4aa13f64" providerId="ADAL" clId="{2673A91A-3439-4315-AE72-1AC445A732DB}" dt="2026-05-26T18:10:52.328" v="241"/>
          <ac:spMkLst>
            <pc:docMk/>
            <pc:sldMk cId="800357790" sldId="340"/>
            <ac:spMk id="8" creationId="{15346D40-D849-42D4-958E-8A3D0809B7DB}"/>
          </ac:spMkLst>
        </pc:spChg>
        <pc:spChg chg="mod">
          <ac:chgData name="Theodore Mouhlas" userId="01ff3cd0-0633-42e2-959a-392a4aa13f64" providerId="ADAL" clId="{2673A91A-3439-4315-AE72-1AC445A732DB}" dt="2026-05-26T18:10:52.328" v="242"/>
          <ac:spMkLst>
            <pc:docMk/>
            <pc:sldMk cId="800357790" sldId="340"/>
            <ac:spMk id="9" creationId="{E319775E-CCEF-4E30-9889-0017CE78991D}"/>
          </ac:spMkLst>
        </pc:spChg>
        <pc:spChg chg="mod">
          <ac:chgData name="Theodore Mouhlas" userId="01ff3cd0-0633-42e2-959a-392a4aa13f64" providerId="ADAL" clId="{2673A91A-3439-4315-AE72-1AC445A732DB}" dt="2026-05-26T18:10:52.334" v="244"/>
          <ac:spMkLst>
            <pc:docMk/>
            <pc:sldMk cId="800357790" sldId="340"/>
            <ac:spMk id="10" creationId="{A6B44853-A1B8-42CD-9563-9FE02ED15D26}"/>
          </ac:spMkLst>
        </pc:spChg>
        <pc:spChg chg="mod">
          <ac:chgData name="Theodore Mouhlas" userId="01ff3cd0-0633-42e2-959a-392a4aa13f64" providerId="ADAL" clId="{2673A91A-3439-4315-AE72-1AC445A732DB}" dt="2026-05-26T18:10:52.334" v="245"/>
          <ac:spMkLst>
            <pc:docMk/>
            <pc:sldMk cId="800357790" sldId="340"/>
            <ac:spMk id="11" creationId="{66C35ADF-45AC-4E88-AE9C-2D129B854376}"/>
          </ac:spMkLst>
        </pc:spChg>
        <pc:spChg chg="mod">
          <ac:chgData name="Theodore Mouhlas" userId="01ff3cd0-0633-42e2-959a-392a4aa13f64" providerId="ADAL" clId="{2673A91A-3439-4315-AE72-1AC445A732DB}" dt="2026-05-26T18:10:52.340" v="247"/>
          <ac:spMkLst>
            <pc:docMk/>
            <pc:sldMk cId="800357790" sldId="340"/>
            <ac:spMk id="12" creationId="{5879753C-12EB-410C-B983-92FA54D2AC26}"/>
          </ac:spMkLst>
        </pc:spChg>
      </pc:sldChg>
      <pc:sldChg chg="modSp add mod">
        <pc:chgData name="Theodore Mouhlas" userId="01ff3cd0-0633-42e2-959a-392a4aa13f64" providerId="ADAL" clId="{2673A91A-3439-4315-AE72-1AC445A732DB}" dt="2026-05-26T18:11:48.934" v="298"/>
        <pc:sldMkLst>
          <pc:docMk/>
          <pc:sldMk cId="1820576408" sldId="341"/>
        </pc:sldMkLst>
        <pc:spChg chg="mod">
          <ac:chgData name="Theodore Mouhlas" userId="01ff3cd0-0633-42e2-959a-392a4aa13f64" providerId="ADAL" clId="{2673A91A-3439-4315-AE72-1AC445A732DB}" dt="2026-05-26T18:11:48.909" v="279"/>
          <ac:spMkLst>
            <pc:docMk/>
            <pc:sldMk cId="1820576408" sldId="341"/>
            <ac:spMk id="5" creationId="{73249499-58BF-4F62-BC9F-8635EC3E369C}"/>
          </ac:spMkLst>
        </pc:spChg>
        <pc:spChg chg="mod">
          <ac:chgData name="Theodore Mouhlas" userId="01ff3cd0-0633-42e2-959a-392a4aa13f64" providerId="ADAL" clId="{2673A91A-3439-4315-AE72-1AC445A732DB}" dt="2026-05-26T18:11:48.911" v="281"/>
          <ac:spMkLst>
            <pc:docMk/>
            <pc:sldMk cId="1820576408" sldId="341"/>
            <ac:spMk id="6" creationId="{CE1CACA5-8579-48B0-9CED-DF07FFE50644}"/>
          </ac:spMkLst>
        </pc:spChg>
        <pc:spChg chg="mod">
          <ac:chgData name="Theodore Mouhlas" userId="01ff3cd0-0633-42e2-959a-392a4aa13f64" providerId="ADAL" clId="{2673A91A-3439-4315-AE72-1AC445A732DB}" dt="2026-05-26T18:11:48.913" v="283"/>
          <ac:spMkLst>
            <pc:docMk/>
            <pc:sldMk cId="1820576408" sldId="341"/>
            <ac:spMk id="8" creationId="{391176D1-261B-4C04-AB2F-8CBB5DCC1E0E}"/>
          </ac:spMkLst>
        </pc:spChg>
        <pc:spChg chg="mod">
          <ac:chgData name="Theodore Mouhlas" userId="01ff3cd0-0633-42e2-959a-392a4aa13f64" providerId="ADAL" clId="{2673A91A-3439-4315-AE72-1AC445A732DB}" dt="2026-05-26T18:11:48.913" v="284"/>
          <ac:spMkLst>
            <pc:docMk/>
            <pc:sldMk cId="1820576408" sldId="341"/>
            <ac:spMk id="9" creationId="{145FC90F-ADA2-4B3C-A710-0809A41EFF42}"/>
          </ac:spMkLst>
        </pc:spChg>
        <pc:spChg chg="mod">
          <ac:chgData name="Theodore Mouhlas" userId="01ff3cd0-0633-42e2-959a-392a4aa13f64" providerId="ADAL" clId="{2673A91A-3439-4315-AE72-1AC445A732DB}" dt="2026-05-26T18:11:48.917" v="286"/>
          <ac:spMkLst>
            <pc:docMk/>
            <pc:sldMk cId="1820576408" sldId="341"/>
            <ac:spMk id="11" creationId="{EB3AD3EF-FF6D-425A-8FE9-C9E946D038B7}"/>
          </ac:spMkLst>
        </pc:spChg>
        <pc:spChg chg="mod">
          <ac:chgData name="Theodore Mouhlas" userId="01ff3cd0-0633-42e2-959a-392a4aa13f64" providerId="ADAL" clId="{2673A91A-3439-4315-AE72-1AC445A732DB}" dt="2026-05-26T18:11:48.921" v="288"/>
          <ac:spMkLst>
            <pc:docMk/>
            <pc:sldMk cId="1820576408" sldId="341"/>
            <ac:spMk id="12" creationId="{3FB7FAD0-A8DF-49BC-A2FC-9B0CF3DCC2E2}"/>
          </ac:spMkLst>
        </pc:spChg>
        <pc:spChg chg="mod">
          <ac:chgData name="Theodore Mouhlas" userId="01ff3cd0-0633-42e2-959a-392a4aa13f64" providerId="ADAL" clId="{2673A91A-3439-4315-AE72-1AC445A732DB}" dt="2026-05-26T18:11:48.922" v="290"/>
          <ac:spMkLst>
            <pc:docMk/>
            <pc:sldMk cId="1820576408" sldId="341"/>
            <ac:spMk id="14" creationId="{E3633BF7-6225-437D-BBE7-BAFA7CBC4C6F}"/>
          </ac:spMkLst>
        </pc:spChg>
        <pc:spChg chg="mod">
          <ac:chgData name="Theodore Mouhlas" userId="01ff3cd0-0633-42e2-959a-392a4aa13f64" providerId="ADAL" clId="{2673A91A-3439-4315-AE72-1AC445A732DB}" dt="2026-05-26T18:11:48.925" v="292"/>
          <ac:spMkLst>
            <pc:docMk/>
            <pc:sldMk cId="1820576408" sldId="341"/>
            <ac:spMk id="15" creationId="{408EF1F7-2CB9-4627-89BA-1C894E9BCB79}"/>
          </ac:spMkLst>
        </pc:spChg>
        <pc:spChg chg="mod">
          <ac:chgData name="Theodore Mouhlas" userId="01ff3cd0-0633-42e2-959a-392a4aa13f64" providerId="ADAL" clId="{2673A91A-3439-4315-AE72-1AC445A732DB}" dt="2026-05-26T18:11:48.927" v="294"/>
          <ac:spMkLst>
            <pc:docMk/>
            <pc:sldMk cId="1820576408" sldId="341"/>
            <ac:spMk id="17" creationId="{2F6B7381-5E38-4EE8-BFC8-C28ABADCAF45}"/>
          </ac:spMkLst>
        </pc:spChg>
        <pc:spChg chg="mod">
          <ac:chgData name="Theodore Mouhlas" userId="01ff3cd0-0633-42e2-959a-392a4aa13f64" providerId="ADAL" clId="{2673A91A-3439-4315-AE72-1AC445A732DB}" dt="2026-05-26T18:11:48.932" v="296"/>
          <ac:spMkLst>
            <pc:docMk/>
            <pc:sldMk cId="1820576408" sldId="341"/>
            <ac:spMk id="18" creationId="{E07DA7AD-1B08-470E-987D-F8BE92D4ECE2}"/>
          </ac:spMkLst>
        </pc:spChg>
        <pc:spChg chg="mod">
          <ac:chgData name="Theodore Mouhlas" userId="01ff3cd0-0633-42e2-959a-392a4aa13f64" providerId="ADAL" clId="{2673A91A-3439-4315-AE72-1AC445A732DB}" dt="2026-05-26T18:11:48.934" v="298"/>
          <ac:spMkLst>
            <pc:docMk/>
            <pc:sldMk cId="1820576408" sldId="341"/>
            <ac:spMk id="19" creationId="{7BEDAC0A-56AF-47C1-87DF-F4927D0E5271}"/>
          </ac:spMkLst>
        </pc:spChg>
      </pc:sldChg>
      <pc:sldChg chg="modSp add mod">
        <pc:chgData name="Theodore Mouhlas" userId="01ff3cd0-0633-42e2-959a-392a4aa13f64" providerId="ADAL" clId="{2673A91A-3439-4315-AE72-1AC445A732DB}" dt="2026-05-26T18:12:45.087" v="342"/>
        <pc:sldMkLst>
          <pc:docMk/>
          <pc:sldMk cId="1587941034" sldId="342"/>
        </pc:sldMkLst>
        <pc:spChg chg="mod">
          <ac:chgData name="Theodore Mouhlas" userId="01ff3cd0-0633-42e2-959a-392a4aa13f64" providerId="ADAL" clId="{2673A91A-3439-4315-AE72-1AC445A732DB}" dt="2026-05-26T18:12:28.964" v="332"/>
          <ac:spMkLst>
            <pc:docMk/>
            <pc:sldMk cId="1587941034" sldId="342"/>
            <ac:spMk id="3" creationId="{8B7DA7C3-20FA-41AA-B472-7F50B20145BC}"/>
          </ac:spMkLst>
        </pc:spChg>
        <pc:spChg chg="mod">
          <ac:chgData name="Theodore Mouhlas" userId="01ff3cd0-0633-42e2-959a-392a4aa13f64" providerId="ADAL" clId="{2673A91A-3439-4315-AE72-1AC445A732DB}" dt="2026-05-26T18:12:28.966" v="334"/>
          <ac:spMkLst>
            <pc:docMk/>
            <pc:sldMk cId="1587941034" sldId="342"/>
            <ac:spMk id="4" creationId="{D7AEBB37-DC2F-4233-A2C3-D7ED70402875}"/>
          </ac:spMkLst>
        </pc:spChg>
        <pc:spChg chg="mod">
          <ac:chgData name="Theodore Mouhlas" userId="01ff3cd0-0633-42e2-959a-392a4aa13f64" providerId="ADAL" clId="{2673A91A-3439-4315-AE72-1AC445A732DB}" dt="2026-05-26T18:12:28.967" v="336"/>
          <ac:spMkLst>
            <pc:docMk/>
            <pc:sldMk cId="1587941034" sldId="342"/>
            <ac:spMk id="14" creationId="{E125FA21-A0AD-4B13-9C19-29D0BF7B0F68}"/>
          </ac:spMkLst>
        </pc:spChg>
        <pc:spChg chg="mod">
          <ac:chgData name="Theodore Mouhlas" userId="01ff3cd0-0633-42e2-959a-392a4aa13f64" providerId="ADAL" clId="{2673A91A-3439-4315-AE72-1AC445A732DB}" dt="2026-05-26T18:12:45.087" v="342"/>
          <ac:spMkLst>
            <pc:docMk/>
            <pc:sldMk cId="1587941034" sldId="342"/>
            <ac:spMk id="37" creationId="{36A4EC6B-5867-4F10-B3D6-5884E930645B}"/>
          </ac:spMkLst>
        </pc:spChg>
        <pc:spChg chg="mod">
          <ac:chgData name="Theodore Mouhlas" userId="01ff3cd0-0633-42e2-959a-392a4aa13f64" providerId="ADAL" clId="{2673A91A-3439-4315-AE72-1AC445A732DB}" dt="2026-05-26T18:12:28.972" v="338"/>
          <ac:spMkLst>
            <pc:docMk/>
            <pc:sldMk cId="1587941034" sldId="342"/>
            <ac:spMk id="38" creationId="{4BC479F3-298E-4958-8E1E-31A196F502C0}"/>
          </ac:spMkLst>
        </pc:spChg>
      </pc:sldChg>
      <pc:sldChg chg="modSp add mod">
        <pc:chgData name="Theodore Mouhlas" userId="01ff3cd0-0633-42e2-959a-392a4aa13f64" providerId="ADAL" clId="{2673A91A-3439-4315-AE72-1AC445A732DB}" dt="2026-05-26T19:16:58.421" v="738" actId="1036"/>
        <pc:sldMkLst>
          <pc:docMk/>
          <pc:sldMk cId="4116740350" sldId="343"/>
        </pc:sldMkLst>
        <pc:spChg chg="mod">
          <ac:chgData name="Theodore Mouhlas" userId="01ff3cd0-0633-42e2-959a-392a4aa13f64" providerId="ADAL" clId="{2673A91A-3439-4315-AE72-1AC445A732DB}" dt="2026-05-26T18:13:21.805" v="346"/>
          <ac:spMkLst>
            <pc:docMk/>
            <pc:sldMk cId="4116740350" sldId="343"/>
            <ac:spMk id="3" creationId="{8F207169-E78E-47F6-B2E1-C4AF0580D7DF}"/>
          </ac:spMkLst>
        </pc:spChg>
        <pc:spChg chg="mod">
          <ac:chgData name="Theodore Mouhlas" userId="01ff3cd0-0633-42e2-959a-392a4aa13f64" providerId="ADAL" clId="{2673A91A-3439-4315-AE72-1AC445A732DB}" dt="2026-05-26T18:13:21.806" v="348"/>
          <ac:spMkLst>
            <pc:docMk/>
            <pc:sldMk cId="4116740350" sldId="343"/>
            <ac:spMk id="4" creationId="{DC83A4BF-7180-4119-819A-510B9B461C0C}"/>
          </ac:spMkLst>
        </pc:spChg>
        <pc:spChg chg="mod">
          <ac:chgData name="Theodore Mouhlas" userId="01ff3cd0-0633-42e2-959a-392a4aa13f64" providerId="ADAL" clId="{2673A91A-3439-4315-AE72-1AC445A732DB}" dt="2026-05-26T19:16:58.421" v="738" actId="1036"/>
          <ac:spMkLst>
            <pc:docMk/>
            <pc:sldMk cId="4116740350" sldId="343"/>
            <ac:spMk id="5" creationId="{3ADA0904-961E-470C-BB35-6A19E6EFDBB5}"/>
          </ac:spMkLst>
        </pc:spChg>
        <pc:spChg chg="mod">
          <ac:chgData name="Theodore Mouhlas" userId="01ff3cd0-0633-42e2-959a-392a4aa13f64" providerId="ADAL" clId="{2673A91A-3439-4315-AE72-1AC445A732DB}" dt="2026-05-26T18:13:21.807" v="349"/>
          <ac:spMkLst>
            <pc:docMk/>
            <pc:sldMk cId="4116740350" sldId="343"/>
            <ac:spMk id="7" creationId="{703D62D4-7A2C-4BAE-8ABA-A285CE6F529E}"/>
          </ac:spMkLst>
        </pc:spChg>
        <pc:spChg chg="mod">
          <ac:chgData name="Theodore Mouhlas" userId="01ff3cd0-0633-42e2-959a-392a4aa13f64" providerId="ADAL" clId="{2673A91A-3439-4315-AE72-1AC445A732DB}" dt="2026-05-26T19:16:58.421" v="738" actId="1036"/>
          <ac:spMkLst>
            <pc:docMk/>
            <pc:sldMk cId="4116740350" sldId="343"/>
            <ac:spMk id="8" creationId="{73974E2B-E42E-40B7-B5A0-DCFF59A70BFB}"/>
          </ac:spMkLst>
        </pc:spChg>
        <pc:spChg chg="mod">
          <ac:chgData name="Theodore Mouhlas" userId="01ff3cd0-0633-42e2-959a-392a4aa13f64" providerId="ADAL" clId="{2673A91A-3439-4315-AE72-1AC445A732DB}" dt="2026-05-26T18:13:21.808" v="351"/>
          <ac:spMkLst>
            <pc:docMk/>
            <pc:sldMk cId="4116740350" sldId="343"/>
            <ac:spMk id="10" creationId="{A48420C1-DC49-4FCB-B788-F0E586B12C09}"/>
          </ac:spMkLst>
        </pc:spChg>
        <pc:spChg chg="mod">
          <ac:chgData name="Theodore Mouhlas" userId="01ff3cd0-0633-42e2-959a-392a4aa13f64" providerId="ADAL" clId="{2673A91A-3439-4315-AE72-1AC445A732DB}" dt="2026-05-26T19:16:58.421" v="738" actId="1036"/>
          <ac:spMkLst>
            <pc:docMk/>
            <pc:sldMk cId="4116740350" sldId="343"/>
            <ac:spMk id="11" creationId="{0E12BD1C-D3EE-4C77-9AD6-1BD1EDBAC3A3}"/>
          </ac:spMkLst>
        </pc:spChg>
        <pc:spChg chg="mod">
          <ac:chgData name="Theodore Mouhlas" userId="01ff3cd0-0633-42e2-959a-392a4aa13f64" providerId="ADAL" clId="{2673A91A-3439-4315-AE72-1AC445A732DB}" dt="2026-05-26T18:13:21.810" v="353"/>
          <ac:spMkLst>
            <pc:docMk/>
            <pc:sldMk cId="4116740350" sldId="343"/>
            <ac:spMk id="13" creationId="{04E1541B-A9D3-4DBB-9CFF-8BB34EC1BC02}"/>
          </ac:spMkLst>
        </pc:spChg>
        <pc:spChg chg="mod">
          <ac:chgData name="Theodore Mouhlas" userId="01ff3cd0-0633-42e2-959a-392a4aa13f64" providerId="ADAL" clId="{2673A91A-3439-4315-AE72-1AC445A732DB}" dt="2026-05-26T19:16:58.421" v="738" actId="1036"/>
          <ac:spMkLst>
            <pc:docMk/>
            <pc:sldMk cId="4116740350" sldId="343"/>
            <ac:spMk id="14" creationId="{413BFE09-AA2E-4AB5-9CAF-2ECAE79D1FCE}"/>
          </ac:spMkLst>
        </pc:spChg>
        <pc:spChg chg="mod">
          <ac:chgData name="Theodore Mouhlas" userId="01ff3cd0-0633-42e2-959a-392a4aa13f64" providerId="ADAL" clId="{2673A91A-3439-4315-AE72-1AC445A732DB}" dt="2026-05-26T18:13:21.810" v="354"/>
          <ac:spMkLst>
            <pc:docMk/>
            <pc:sldMk cId="4116740350" sldId="343"/>
            <ac:spMk id="15" creationId="{94C63140-436F-408E-B654-AC51412C86FA}"/>
          </ac:spMkLst>
        </pc:spChg>
        <pc:spChg chg="mod">
          <ac:chgData name="Theodore Mouhlas" userId="01ff3cd0-0633-42e2-959a-392a4aa13f64" providerId="ADAL" clId="{2673A91A-3439-4315-AE72-1AC445A732DB}" dt="2026-05-26T18:13:21.813" v="356"/>
          <ac:spMkLst>
            <pc:docMk/>
            <pc:sldMk cId="4116740350" sldId="343"/>
            <ac:spMk id="16" creationId="{5C28CC3E-503E-4E5B-A862-B16C24DC79EA}"/>
          </ac:spMkLst>
        </pc:spChg>
        <pc:spChg chg="mod">
          <ac:chgData name="Theodore Mouhlas" userId="01ff3cd0-0633-42e2-959a-392a4aa13f64" providerId="ADAL" clId="{2673A91A-3439-4315-AE72-1AC445A732DB}" dt="2026-05-26T19:16:58.421" v="738" actId="1036"/>
          <ac:spMkLst>
            <pc:docMk/>
            <pc:sldMk cId="4116740350" sldId="343"/>
            <ac:spMk id="17" creationId="{43B2730E-510B-407B-A5B9-43164C73DC0A}"/>
          </ac:spMkLst>
        </pc:spChg>
        <pc:spChg chg="mod">
          <ac:chgData name="Theodore Mouhlas" userId="01ff3cd0-0633-42e2-959a-392a4aa13f64" providerId="ADAL" clId="{2673A91A-3439-4315-AE72-1AC445A732DB}" dt="2026-05-26T18:13:21.813" v="357"/>
          <ac:spMkLst>
            <pc:docMk/>
            <pc:sldMk cId="4116740350" sldId="343"/>
            <ac:spMk id="18" creationId="{5A0005F2-4C4E-47D8-ADD7-69B0BA65A096}"/>
          </ac:spMkLst>
        </pc:spChg>
        <pc:spChg chg="mod">
          <ac:chgData name="Theodore Mouhlas" userId="01ff3cd0-0633-42e2-959a-392a4aa13f64" providerId="ADAL" clId="{2673A91A-3439-4315-AE72-1AC445A732DB}" dt="2026-05-26T18:13:21.815" v="359"/>
          <ac:spMkLst>
            <pc:docMk/>
            <pc:sldMk cId="4116740350" sldId="343"/>
            <ac:spMk id="19" creationId="{EE4F139C-B452-48BA-9D71-1163C68EE70C}"/>
          </ac:spMkLst>
        </pc:spChg>
        <pc:spChg chg="mod">
          <ac:chgData name="Theodore Mouhlas" userId="01ff3cd0-0633-42e2-959a-392a4aa13f64" providerId="ADAL" clId="{2673A91A-3439-4315-AE72-1AC445A732DB}" dt="2026-05-26T19:16:58.421" v="738" actId="1036"/>
          <ac:spMkLst>
            <pc:docMk/>
            <pc:sldMk cId="4116740350" sldId="343"/>
            <ac:spMk id="20" creationId="{CE474A9B-AFA1-46F3-B83B-7992E1725043}"/>
          </ac:spMkLst>
        </pc:spChg>
        <pc:spChg chg="mod">
          <ac:chgData name="Theodore Mouhlas" userId="01ff3cd0-0633-42e2-959a-392a4aa13f64" providerId="ADAL" clId="{2673A91A-3439-4315-AE72-1AC445A732DB}" dt="2026-05-26T18:13:21.815" v="360"/>
          <ac:spMkLst>
            <pc:docMk/>
            <pc:sldMk cId="4116740350" sldId="343"/>
            <ac:spMk id="25" creationId="{1BBBC082-415D-4F94-BA05-33873A3677F5}"/>
          </ac:spMkLst>
        </pc:spChg>
      </pc:sldChg>
      <pc:sldChg chg="modSp add mod">
        <pc:chgData name="Theodore Mouhlas" userId="01ff3cd0-0633-42e2-959a-392a4aa13f64" providerId="ADAL" clId="{2673A91A-3439-4315-AE72-1AC445A732DB}" dt="2026-05-26T18:14:15.001" v="372"/>
        <pc:sldMkLst>
          <pc:docMk/>
          <pc:sldMk cId="1319208998" sldId="344"/>
        </pc:sldMkLst>
        <pc:spChg chg="mod">
          <ac:chgData name="Theodore Mouhlas" userId="01ff3cd0-0633-42e2-959a-392a4aa13f64" providerId="ADAL" clId="{2673A91A-3439-4315-AE72-1AC445A732DB}" dt="2026-05-26T18:14:14.977" v="363"/>
          <ac:spMkLst>
            <pc:docMk/>
            <pc:sldMk cId="1319208998" sldId="344"/>
            <ac:spMk id="2" creationId="{0F7B85AD-49C7-45BF-979F-05F35676F151}"/>
          </ac:spMkLst>
        </pc:spChg>
        <pc:spChg chg="mod">
          <ac:chgData name="Theodore Mouhlas" userId="01ff3cd0-0633-42e2-959a-392a4aa13f64" providerId="ADAL" clId="{2673A91A-3439-4315-AE72-1AC445A732DB}" dt="2026-05-26T18:14:14.982" v="365"/>
          <ac:spMkLst>
            <pc:docMk/>
            <pc:sldMk cId="1319208998" sldId="344"/>
            <ac:spMk id="3" creationId="{2FC92F5C-9086-4D4F-A7E4-D88151751304}"/>
          </ac:spMkLst>
        </pc:spChg>
        <pc:spChg chg="mod">
          <ac:chgData name="Theodore Mouhlas" userId="01ff3cd0-0633-42e2-959a-392a4aa13f64" providerId="ADAL" clId="{2673A91A-3439-4315-AE72-1AC445A732DB}" dt="2026-05-26T18:14:14.985" v="367"/>
          <ac:spMkLst>
            <pc:docMk/>
            <pc:sldMk cId="1319208998" sldId="344"/>
            <ac:spMk id="4" creationId="{1C41DE1A-F92E-4103-8E30-0F78271C35C8}"/>
          </ac:spMkLst>
        </pc:spChg>
        <pc:spChg chg="mod">
          <ac:chgData name="Theodore Mouhlas" userId="01ff3cd0-0633-42e2-959a-392a4aa13f64" providerId="ADAL" clId="{2673A91A-3439-4315-AE72-1AC445A732DB}" dt="2026-05-26T18:14:14.986" v="368"/>
          <ac:spMkLst>
            <pc:docMk/>
            <pc:sldMk cId="1319208998" sldId="344"/>
            <ac:spMk id="8" creationId="{7D292E1E-2A2D-43CD-A702-3E8AA39301B2}"/>
          </ac:spMkLst>
        </pc:spChg>
        <pc:spChg chg="mod">
          <ac:chgData name="Theodore Mouhlas" userId="01ff3cd0-0633-42e2-959a-392a4aa13f64" providerId="ADAL" clId="{2673A91A-3439-4315-AE72-1AC445A732DB}" dt="2026-05-26T18:14:14.990" v="369"/>
          <ac:spMkLst>
            <pc:docMk/>
            <pc:sldMk cId="1319208998" sldId="344"/>
            <ac:spMk id="9" creationId="{C7C744EE-3CDA-4C61-B579-404B0C278FCF}"/>
          </ac:spMkLst>
        </pc:spChg>
        <pc:spChg chg="mod">
          <ac:chgData name="Theodore Mouhlas" userId="01ff3cd0-0633-42e2-959a-392a4aa13f64" providerId="ADAL" clId="{2673A91A-3439-4315-AE72-1AC445A732DB}" dt="2026-05-26T18:14:15" v="371"/>
          <ac:spMkLst>
            <pc:docMk/>
            <pc:sldMk cId="1319208998" sldId="344"/>
            <ac:spMk id="10" creationId="{B65D4799-DCE0-4CBE-9063-140E470E8178}"/>
          </ac:spMkLst>
        </pc:spChg>
        <pc:spChg chg="mod">
          <ac:chgData name="Theodore Mouhlas" userId="01ff3cd0-0633-42e2-959a-392a4aa13f64" providerId="ADAL" clId="{2673A91A-3439-4315-AE72-1AC445A732DB}" dt="2026-05-26T18:14:15.001" v="372"/>
          <ac:spMkLst>
            <pc:docMk/>
            <pc:sldMk cId="1319208998" sldId="344"/>
            <ac:spMk id="11" creationId="{2492E87A-2BC2-432C-B4AB-1B976A108C65}"/>
          </ac:spMkLst>
        </pc:spChg>
      </pc:sldChg>
      <pc:sldChg chg="modSp add mod">
        <pc:chgData name="Theodore Mouhlas" userId="01ff3cd0-0633-42e2-959a-392a4aa13f64" providerId="ADAL" clId="{2673A91A-3439-4315-AE72-1AC445A732DB}" dt="2026-05-26T19:17:24.473" v="739" actId="1582"/>
        <pc:sldMkLst>
          <pc:docMk/>
          <pc:sldMk cId="1059577359" sldId="345"/>
        </pc:sldMkLst>
        <pc:spChg chg="mod">
          <ac:chgData name="Theodore Mouhlas" userId="01ff3cd0-0633-42e2-959a-392a4aa13f64" providerId="ADAL" clId="{2673A91A-3439-4315-AE72-1AC445A732DB}" dt="2026-05-26T18:15:06.251" v="386"/>
          <ac:spMkLst>
            <pc:docMk/>
            <pc:sldMk cId="1059577359" sldId="345"/>
            <ac:spMk id="2" creationId="{3E847FF8-987B-4E2D-A743-D5017575A8F8}"/>
          </ac:spMkLst>
        </pc:spChg>
        <pc:spChg chg="mod">
          <ac:chgData name="Theodore Mouhlas" userId="01ff3cd0-0633-42e2-959a-392a4aa13f64" providerId="ADAL" clId="{2673A91A-3439-4315-AE72-1AC445A732DB}" dt="2026-05-26T18:15:06.253" v="388"/>
          <ac:spMkLst>
            <pc:docMk/>
            <pc:sldMk cId="1059577359" sldId="345"/>
            <ac:spMk id="4" creationId="{867680F1-D5EA-4371-9E39-28366A9A2C7B}"/>
          </ac:spMkLst>
        </pc:spChg>
        <pc:spChg chg="mod">
          <ac:chgData name="Theodore Mouhlas" userId="01ff3cd0-0633-42e2-959a-392a4aa13f64" providerId="ADAL" clId="{2673A91A-3439-4315-AE72-1AC445A732DB}" dt="2026-05-26T19:17:24.473" v="739" actId="1582"/>
          <ac:spMkLst>
            <pc:docMk/>
            <pc:sldMk cId="1059577359" sldId="345"/>
            <ac:spMk id="5" creationId="{A71A244C-F75B-437A-92DD-341FF82D0E05}"/>
          </ac:spMkLst>
        </pc:spChg>
        <pc:spChg chg="mod">
          <ac:chgData name="Theodore Mouhlas" userId="01ff3cd0-0633-42e2-959a-392a4aa13f64" providerId="ADAL" clId="{2673A91A-3439-4315-AE72-1AC445A732DB}" dt="2026-05-26T18:15:06.255" v="390"/>
          <ac:spMkLst>
            <pc:docMk/>
            <pc:sldMk cId="1059577359" sldId="345"/>
            <ac:spMk id="8" creationId="{D6435E94-CB42-41D9-A6B1-427D04784C86}"/>
          </ac:spMkLst>
        </pc:spChg>
        <pc:spChg chg="mod">
          <ac:chgData name="Theodore Mouhlas" userId="01ff3cd0-0633-42e2-959a-392a4aa13f64" providerId="ADAL" clId="{2673A91A-3439-4315-AE72-1AC445A732DB}" dt="2026-05-26T18:15:06.255" v="391"/>
          <ac:spMkLst>
            <pc:docMk/>
            <pc:sldMk cId="1059577359" sldId="345"/>
            <ac:spMk id="9" creationId="{7B80D01F-8F76-4C2F-8F64-7CBE101E1707}"/>
          </ac:spMkLst>
        </pc:spChg>
        <pc:spChg chg="mod">
          <ac:chgData name="Theodore Mouhlas" userId="01ff3cd0-0633-42e2-959a-392a4aa13f64" providerId="ADAL" clId="{2673A91A-3439-4315-AE72-1AC445A732DB}" dt="2026-05-26T18:15:06.260" v="393"/>
          <ac:spMkLst>
            <pc:docMk/>
            <pc:sldMk cId="1059577359" sldId="345"/>
            <ac:spMk id="10" creationId="{D7A93E44-E898-4DFC-B001-C6726301BA83}"/>
          </ac:spMkLst>
        </pc:spChg>
      </pc:sldChg>
      <pc:sldChg chg="modSp add mod">
        <pc:chgData name="Theodore Mouhlas" userId="01ff3cd0-0633-42e2-959a-392a4aa13f64" providerId="ADAL" clId="{2673A91A-3439-4315-AE72-1AC445A732DB}" dt="2026-05-26T18:15:48.254" v="406"/>
        <pc:sldMkLst>
          <pc:docMk/>
          <pc:sldMk cId="3138829510" sldId="346"/>
        </pc:sldMkLst>
        <pc:spChg chg="mod">
          <ac:chgData name="Theodore Mouhlas" userId="01ff3cd0-0633-42e2-959a-392a4aa13f64" providerId="ADAL" clId="{2673A91A-3439-4315-AE72-1AC445A732DB}" dt="2026-05-26T18:15:48.248" v="399"/>
          <ac:spMkLst>
            <pc:docMk/>
            <pc:sldMk cId="3138829510" sldId="346"/>
            <ac:spMk id="2" creationId="{72A98A6E-73E0-4218-8232-CBA4FF2B4326}"/>
          </ac:spMkLst>
        </pc:spChg>
        <pc:spChg chg="mod">
          <ac:chgData name="Theodore Mouhlas" userId="01ff3cd0-0633-42e2-959a-392a4aa13f64" providerId="ADAL" clId="{2673A91A-3439-4315-AE72-1AC445A732DB}" dt="2026-05-26T18:15:48.250" v="401"/>
          <ac:spMkLst>
            <pc:docMk/>
            <pc:sldMk cId="3138829510" sldId="346"/>
            <ac:spMk id="3" creationId="{499D0C0E-694E-44D3-9D21-587AD38CD790}"/>
          </ac:spMkLst>
        </pc:spChg>
        <pc:spChg chg="mod">
          <ac:chgData name="Theodore Mouhlas" userId="01ff3cd0-0633-42e2-959a-392a4aa13f64" providerId="ADAL" clId="{2673A91A-3439-4315-AE72-1AC445A732DB}" dt="2026-05-26T18:15:48.251" v="403"/>
          <ac:spMkLst>
            <pc:docMk/>
            <pc:sldMk cId="3138829510" sldId="346"/>
            <ac:spMk id="4" creationId="{CEA899B2-AA0C-4304-AE69-D24793D36DD7}"/>
          </ac:spMkLst>
        </pc:spChg>
        <pc:spChg chg="mod">
          <ac:chgData name="Theodore Mouhlas" userId="01ff3cd0-0633-42e2-959a-392a4aa13f64" providerId="ADAL" clId="{2673A91A-3439-4315-AE72-1AC445A732DB}" dt="2026-05-26T18:15:48.253" v="405"/>
          <ac:spMkLst>
            <pc:docMk/>
            <pc:sldMk cId="3138829510" sldId="346"/>
            <ac:spMk id="8" creationId="{A078BEB5-6CDB-4D39-8917-4EE8E4AA42E7}"/>
          </ac:spMkLst>
        </pc:spChg>
        <pc:spChg chg="mod">
          <ac:chgData name="Theodore Mouhlas" userId="01ff3cd0-0633-42e2-959a-392a4aa13f64" providerId="ADAL" clId="{2673A91A-3439-4315-AE72-1AC445A732DB}" dt="2026-05-26T18:15:48.254" v="406"/>
          <ac:spMkLst>
            <pc:docMk/>
            <pc:sldMk cId="3138829510" sldId="346"/>
            <ac:spMk id="9" creationId="{3D023872-AAFB-4FC4-A22B-EF32EA21E9A9}"/>
          </ac:spMkLst>
        </pc:spChg>
      </pc:sldChg>
      <pc:sldChg chg="modSp add mod">
        <pc:chgData name="Theodore Mouhlas" userId="01ff3cd0-0633-42e2-959a-392a4aa13f64" providerId="ADAL" clId="{2673A91A-3439-4315-AE72-1AC445A732DB}" dt="2026-05-26T18:16:39.330" v="444"/>
        <pc:sldMkLst>
          <pc:docMk/>
          <pc:sldMk cId="2505366336" sldId="347"/>
        </pc:sldMkLst>
        <pc:spChg chg="mod">
          <ac:chgData name="Theodore Mouhlas" userId="01ff3cd0-0633-42e2-959a-392a4aa13f64" providerId="ADAL" clId="{2673A91A-3439-4315-AE72-1AC445A732DB}" dt="2026-05-26T18:16:39.310" v="432"/>
          <ac:spMkLst>
            <pc:docMk/>
            <pc:sldMk cId="2505366336" sldId="347"/>
            <ac:spMk id="2" creationId="{A3789804-1859-4C93-9925-CC1D08A7C40A}"/>
          </ac:spMkLst>
        </pc:spChg>
        <pc:spChg chg="mod">
          <ac:chgData name="Theodore Mouhlas" userId="01ff3cd0-0633-42e2-959a-392a4aa13f64" providerId="ADAL" clId="{2673A91A-3439-4315-AE72-1AC445A732DB}" dt="2026-05-26T18:16:39.312" v="434"/>
          <ac:spMkLst>
            <pc:docMk/>
            <pc:sldMk cId="2505366336" sldId="347"/>
            <ac:spMk id="3" creationId="{19A657E9-C736-43C6-8C61-CB4AE87089A2}"/>
          </ac:spMkLst>
        </pc:spChg>
        <pc:spChg chg="mod">
          <ac:chgData name="Theodore Mouhlas" userId="01ff3cd0-0633-42e2-959a-392a4aa13f64" providerId="ADAL" clId="{2673A91A-3439-4315-AE72-1AC445A732DB}" dt="2026-05-26T18:16:39.315" v="436"/>
          <ac:spMkLst>
            <pc:docMk/>
            <pc:sldMk cId="2505366336" sldId="347"/>
            <ac:spMk id="4" creationId="{AEA33690-A337-4B47-B69F-E54E49DE385E}"/>
          </ac:spMkLst>
        </pc:spChg>
        <pc:spChg chg="mod">
          <ac:chgData name="Theodore Mouhlas" userId="01ff3cd0-0633-42e2-959a-392a4aa13f64" providerId="ADAL" clId="{2673A91A-3439-4315-AE72-1AC445A732DB}" dt="2026-05-26T18:16:39.318" v="438"/>
          <ac:spMkLst>
            <pc:docMk/>
            <pc:sldMk cId="2505366336" sldId="347"/>
            <ac:spMk id="8" creationId="{C20242A2-143E-4BD1-AEB5-9A6FC072F74D}"/>
          </ac:spMkLst>
        </pc:spChg>
        <pc:spChg chg="mod">
          <ac:chgData name="Theodore Mouhlas" userId="01ff3cd0-0633-42e2-959a-392a4aa13f64" providerId="ADAL" clId="{2673A91A-3439-4315-AE72-1AC445A732DB}" dt="2026-05-26T18:16:39.321" v="440"/>
          <ac:spMkLst>
            <pc:docMk/>
            <pc:sldMk cId="2505366336" sldId="347"/>
            <ac:spMk id="9" creationId="{AB05C29C-B4FB-4808-86A5-1FE3E5AB02CD}"/>
          </ac:spMkLst>
        </pc:spChg>
        <pc:spChg chg="mod">
          <ac:chgData name="Theodore Mouhlas" userId="01ff3cd0-0633-42e2-959a-392a4aa13f64" providerId="ADAL" clId="{2673A91A-3439-4315-AE72-1AC445A732DB}" dt="2026-05-26T18:16:39.324" v="442"/>
          <ac:spMkLst>
            <pc:docMk/>
            <pc:sldMk cId="2505366336" sldId="347"/>
            <ac:spMk id="10" creationId="{53317BD5-D459-4965-989E-38B3FFF05742}"/>
          </ac:spMkLst>
        </pc:spChg>
        <pc:spChg chg="mod">
          <ac:chgData name="Theodore Mouhlas" userId="01ff3cd0-0633-42e2-959a-392a4aa13f64" providerId="ADAL" clId="{2673A91A-3439-4315-AE72-1AC445A732DB}" dt="2026-05-26T18:16:39.330" v="444"/>
          <ac:spMkLst>
            <pc:docMk/>
            <pc:sldMk cId="2505366336" sldId="347"/>
            <ac:spMk id="13" creationId="{EE651DD3-EE9B-4037-8457-E0C2BCF3B829}"/>
          </ac:spMkLst>
        </pc:spChg>
      </pc:sldChg>
      <pc:sldChg chg="modSp add del mod">
        <pc:chgData name="Theodore Mouhlas" userId="01ff3cd0-0633-42e2-959a-392a4aa13f64" providerId="ADAL" clId="{2673A91A-3439-4315-AE72-1AC445A732DB}" dt="2026-05-26T18:21:31.952" v="458"/>
        <pc:sldMkLst>
          <pc:docMk/>
          <pc:sldMk cId="2264334748" sldId="348"/>
        </pc:sldMkLst>
        <pc:spChg chg="mod">
          <ac:chgData name="Theodore Mouhlas" userId="01ff3cd0-0633-42e2-959a-392a4aa13f64" providerId="ADAL" clId="{2673A91A-3439-4315-AE72-1AC445A732DB}" dt="2026-05-26T18:19:39.932" v="448"/>
          <ac:spMkLst>
            <pc:docMk/>
            <pc:sldMk cId="2264334748" sldId="348"/>
            <ac:spMk id="5" creationId="{45AAE1AE-7DFA-4D4E-84E7-E394EDC4B550}"/>
          </ac:spMkLst>
        </pc:spChg>
        <pc:spChg chg="mod">
          <ac:chgData name="Theodore Mouhlas" userId="01ff3cd0-0633-42e2-959a-392a4aa13f64" providerId="ADAL" clId="{2673A91A-3439-4315-AE72-1AC445A732DB}" dt="2026-05-26T18:19:39.932" v="449"/>
          <ac:spMkLst>
            <pc:docMk/>
            <pc:sldMk cId="2264334748" sldId="348"/>
            <ac:spMk id="24" creationId="{E4B94D33-FB01-4F3B-9C03-1FF7A3DF0BB3}"/>
          </ac:spMkLst>
        </pc:spChg>
      </pc:sldChg>
      <pc:sldChg chg="add del">
        <pc:chgData name="Theodore Mouhlas" userId="01ff3cd0-0633-42e2-959a-392a4aa13f64" providerId="ADAL" clId="{2673A91A-3439-4315-AE72-1AC445A732DB}" dt="2026-05-26T18:20:25.863" v="452"/>
        <pc:sldMkLst>
          <pc:docMk/>
          <pc:sldMk cId="1714330316" sldId="349"/>
        </pc:sldMkLst>
      </pc:sldChg>
      <pc:sldChg chg="modSp add del mod">
        <pc:chgData name="Theodore Mouhlas" userId="01ff3cd0-0633-42e2-959a-392a4aa13f64" providerId="ADAL" clId="{2673A91A-3439-4315-AE72-1AC445A732DB}" dt="2026-05-26T18:51:42.358" v="721"/>
        <pc:sldMkLst>
          <pc:docMk/>
          <pc:sldMk cId="4094045416" sldId="349"/>
        </pc:sldMkLst>
        <pc:spChg chg="mod">
          <ac:chgData name="Theodore Mouhlas" userId="01ff3cd0-0633-42e2-959a-392a4aa13f64" providerId="ADAL" clId="{2673A91A-3439-4315-AE72-1AC445A732DB}" dt="2026-05-26T18:21:24.149" v="456"/>
          <ac:spMkLst>
            <pc:docMk/>
            <pc:sldMk cId="4094045416" sldId="349"/>
            <ac:spMk id="5" creationId="{0BB00342-2DF1-46FE-9005-785F1F26D872}"/>
          </ac:spMkLst>
        </pc:spChg>
      </pc:sldChg>
      <pc:sldChg chg="add del">
        <pc:chgData name="Theodore Mouhlas" userId="01ff3cd0-0633-42e2-959a-392a4aa13f64" providerId="ADAL" clId="{2673A91A-3439-4315-AE72-1AC445A732DB}" dt="2026-05-26T18:22:37.498" v="460"/>
        <pc:sldMkLst>
          <pc:docMk/>
          <pc:sldMk cId="1997143574" sldId="350"/>
        </pc:sldMkLst>
      </pc:sldChg>
      <pc:sldChg chg="add del">
        <pc:chgData name="Theodore Mouhlas" userId="01ff3cd0-0633-42e2-959a-392a4aa13f64" providerId="ADAL" clId="{2673A91A-3439-4315-AE72-1AC445A732DB}" dt="2026-05-26T18:23:12.296" v="462"/>
        <pc:sldMkLst>
          <pc:docMk/>
          <pc:sldMk cId="1987674669" sldId="351"/>
        </pc:sldMkLst>
      </pc:sldChg>
      <pc:sldChg chg="modSp add del mod">
        <pc:chgData name="Theodore Mouhlas" userId="01ff3cd0-0633-42e2-959a-392a4aa13f64" providerId="ADAL" clId="{2673A91A-3439-4315-AE72-1AC445A732DB}" dt="2026-05-26T18:51:12.221" v="711"/>
        <pc:sldMkLst>
          <pc:docMk/>
          <pc:sldMk cId="3128680289" sldId="352"/>
        </pc:sldMkLst>
        <pc:spChg chg="mod">
          <ac:chgData name="Theodore Mouhlas" userId="01ff3cd0-0633-42e2-959a-392a4aa13f64" providerId="ADAL" clId="{2673A91A-3439-4315-AE72-1AC445A732DB}" dt="2026-05-26T18:25:30.486" v="512" actId="1036"/>
          <ac:spMkLst>
            <pc:docMk/>
            <pc:sldMk cId="3128680289" sldId="352"/>
            <ac:spMk id="2" creationId="{2E35EB7A-A52F-5A1B-215B-0384D7F189E7}"/>
          </ac:spMkLst>
        </pc:spChg>
        <pc:spChg chg="mod">
          <ac:chgData name="Theodore Mouhlas" userId="01ff3cd0-0633-42e2-959a-392a4aa13f64" providerId="ADAL" clId="{2673A91A-3439-4315-AE72-1AC445A732DB}" dt="2026-05-26T18:26:03" v="551" actId="1035"/>
          <ac:spMkLst>
            <pc:docMk/>
            <pc:sldMk cId="3128680289" sldId="352"/>
            <ac:spMk id="8" creationId="{8A28107C-48DA-45B0-8463-D5D9FD42562E}"/>
          </ac:spMkLst>
        </pc:spChg>
        <pc:spChg chg="mod">
          <ac:chgData name="Theodore Mouhlas" userId="01ff3cd0-0633-42e2-959a-392a4aa13f64" providerId="ADAL" clId="{2673A91A-3439-4315-AE72-1AC445A732DB}" dt="2026-05-26T18:26:12.334" v="559" actId="1036"/>
          <ac:spMkLst>
            <pc:docMk/>
            <pc:sldMk cId="3128680289" sldId="352"/>
            <ac:spMk id="9" creationId="{ED99D64B-5472-4A4E-AD62-9B1026C3C2D5}"/>
          </ac:spMkLst>
        </pc:spChg>
        <pc:spChg chg="mod">
          <ac:chgData name="Theodore Mouhlas" userId="01ff3cd0-0633-42e2-959a-392a4aa13f64" providerId="ADAL" clId="{2673A91A-3439-4315-AE72-1AC445A732DB}" dt="2026-05-26T18:26:03" v="551" actId="1035"/>
          <ac:spMkLst>
            <pc:docMk/>
            <pc:sldMk cId="3128680289" sldId="352"/>
            <ac:spMk id="11" creationId="{BA89B2D3-B45F-4AD4-B6E0-00AF017F1357}"/>
          </ac:spMkLst>
        </pc:spChg>
        <pc:spChg chg="mod">
          <ac:chgData name="Theodore Mouhlas" userId="01ff3cd0-0633-42e2-959a-392a4aa13f64" providerId="ADAL" clId="{2673A91A-3439-4315-AE72-1AC445A732DB}" dt="2026-05-26T18:26:12.334" v="559" actId="1036"/>
          <ac:spMkLst>
            <pc:docMk/>
            <pc:sldMk cId="3128680289" sldId="352"/>
            <ac:spMk id="12" creationId="{AB720C41-9174-4B7F-815B-8463D676C161}"/>
          </ac:spMkLst>
        </pc:spChg>
        <pc:spChg chg="mod">
          <ac:chgData name="Theodore Mouhlas" userId="01ff3cd0-0633-42e2-959a-392a4aa13f64" providerId="ADAL" clId="{2673A91A-3439-4315-AE72-1AC445A732DB}" dt="2026-05-26T18:26:03" v="551" actId="1035"/>
          <ac:spMkLst>
            <pc:docMk/>
            <pc:sldMk cId="3128680289" sldId="352"/>
            <ac:spMk id="14" creationId="{1C175836-8AD0-470E-BEC6-A1FD626B9D31}"/>
          </ac:spMkLst>
        </pc:spChg>
        <pc:spChg chg="mod">
          <ac:chgData name="Theodore Mouhlas" userId="01ff3cd0-0633-42e2-959a-392a4aa13f64" providerId="ADAL" clId="{2673A91A-3439-4315-AE72-1AC445A732DB}" dt="2026-05-26T18:26:01.486" v="549" actId="14100"/>
          <ac:spMkLst>
            <pc:docMk/>
            <pc:sldMk cId="3128680289" sldId="352"/>
            <ac:spMk id="15" creationId="{C9D34985-E018-4E5E-A5E2-E14AB9C5DF59}"/>
          </ac:spMkLst>
        </pc:spChg>
        <pc:spChg chg="mod">
          <ac:chgData name="Theodore Mouhlas" userId="01ff3cd0-0633-42e2-959a-392a4aa13f64" providerId="ADAL" clId="{2673A91A-3439-4315-AE72-1AC445A732DB}" dt="2026-05-26T18:26:03" v="551" actId="1035"/>
          <ac:spMkLst>
            <pc:docMk/>
            <pc:sldMk cId="3128680289" sldId="352"/>
            <ac:spMk id="17" creationId="{CD121969-E9D6-40FF-A132-C72C5F54464F}"/>
          </ac:spMkLst>
        </pc:spChg>
        <pc:spChg chg="mod">
          <ac:chgData name="Theodore Mouhlas" userId="01ff3cd0-0633-42e2-959a-392a4aa13f64" providerId="ADAL" clId="{2673A91A-3439-4315-AE72-1AC445A732DB}" dt="2026-05-26T18:23:12.340" v="470"/>
          <ac:spMkLst>
            <pc:docMk/>
            <pc:sldMk cId="3128680289" sldId="352"/>
            <ac:spMk id="18" creationId="{607108FC-8E95-42F3-9B82-8A9B418C5D9E}"/>
          </ac:spMkLst>
        </pc:spChg>
        <pc:spChg chg="mod">
          <ac:chgData name="Theodore Mouhlas" userId="01ff3cd0-0633-42e2-959a-392a4aa13f64" providerId="ADAL" clId="{2673A91A-3439-4315-AE72-1AC445A732DB}" dt="2026-05-26T18:26:03" v="551" actId="1035"/>
          <ac:spMkLst>
            <pc:docMk/>
            <pc:sldMk cId="3128680289" sldId="352"/>
            <ac:spMk id="20" creationId="{4A8EA73C-66F7-4CFF-88B2-9E2584152534}"/>
          </ac:spMkLst>
        </pc:spChg>
        <pc:spChg chg="mod">
          <ac:chgData name="Theodore Mouhlas" userId="01ff3cd0-0633-42e2-959a-392a4aa13f64" providerId="ADAL" clId="{2673A91A-3439-4315-AE72-1AC445A732DB}" dt="2026-05-26T18:26:12.334" v="559" actId="1036"/>
          <ac:spMkLst>
            <pc:docMk/>
            <pc:sldMk cId="3128680289" sldId="352"/>
            <ac:spMk id="21" creationId="{4D12C0E4-BCB6-4848-8023-99D8B77A3DEF}"/>
          </ac:spMkLst>
        </pc:spChg>
        <pc:spChg chg="mod">
          <ac:chgData name="Theodore Mouhlas" userId="01ff3cd0-0633-42e2-959a-392a4aa13f64" providerId="ADAL" clId="{2673A91A-3439-4315-AE72-1AC445A732DB}" dt="2026-05-26T18:26:03" v="551" actId="1035"/>
          <ac:spMkLst>
            <pc:docMk/>
            <pc:sldMk cId="3128680289" sldId="352"/>
            <ac:spMk id="23" creationId="{A69B585B-8EF8-470A-AF87-531AA23EA6C2}"/>
          </ac:spMkLst>
        </pc:spChg>
        <pc:spChg chg="mod">
          <ac:chgData name="Theodore Mouhlas" userId="01ff3cd0-0633-42e2-959a-392a4aa13f64" providerId="ADAL" clId="{2673A91A-3439-4315-AE72-1AC445A732DB}" dt="2026-05-26T18:26:12.334" v="559" actId="1036"/>
          <ac:spMkLst>
            <pc:docMk/>
            <pc:sldMk cId="3128680289" sldId="352"/>
            <ac:spMk id="24" creationId="{E4B94D33-FB01-4F3B-9C03-1FF7A3DF0BB3}"/>
          </ac:spMkLst>
        </pc:spChg>
        <pc:spChg chg="mod">
          <ac:chgData name="Theodore Mouhlas" userId="01ff3cd0-0633-42e2-959a-392a4aa13f64" providerId="ADAL" clId="{2673A91A-3439-4315-AE72-1AC445A732DB}" dt="2026-05-26T18:29:12.459" v="579" actId="1035"/>
          <ac:spMkLst>
            <pc:docMk/>
            <pc:sldMk cId="3128680289" sldId="352"/>
            <ac:spMk id="25" creationId="{03BAF204-C73F-4262-8840-BE4B9528ED8E}"/>
          </ac:spMkLst>
        </pc:spChg>
        <pc:spChg chg="mod">
          <ac:chgData name="Theodore Mouhlas" userId="01ff3cd0-0633-42e2-959a-392a4aa13f64" providerId="ADAL" clId="{2673A91A-3439-4315-AE72-1AC445A732DB}" dt="2026-05-26T18:25:30.486" v="512" actId="1036"/>
          <ac:spMkLst>
            <pc:docMk/>
            <pc:sldMk cId="3128680289" sldId="352"/>
            <ac:spMk id="34" creationId="{72D177EB-5E12-4994-AAA3-2903DF556964}"/>
          </ac:spMkLst>
        </pc:spChg>
      </pc:sldChg>
      <pc:sldChg chg="modSp add mod">
        <pc:chgData name="Theodore Mouhlas" userId="01ff3cd0-0633-42e2-959a-392a4aa13f64" providerId="ADAL" clId="{2673A91A-3439-4315-AE72-1AC445A732DB}" dt="2026-05-26T18:24:34.675" v="507"/>
        <pc:sldMkLst>
          <pc:docMk/>
          <pc:sldMk cId="2008891599" sldId="353"/>
        </pc:sldMkLst>
        <pc:spChg chg="mod">
          <ac:chgData name="Theodore Mouhlas" userId="01ff3cd0-0633-42e2-959a-392a4aa13f64" providerId="ADAL" clId="{2673A91A-3439-4315-AE72-1AC445A732DB}" dt="2026-05-26T18:24:34.639" v="478"/>
          <ac:spMkLst>
            <pc:docMk/>
            <pc:sldMk cId="2008891599" sldId="353"/>
            <ac:spMk id="2" creationId="{8FFE75D9-B5A2-4BF7-B896-25965CD8B4E2}"/>
          </ac:spMkLst>
        </pc:spChg>
        <pc:spChg chg="mod">
          <ac:chgData name="Theodore Mouhlas" userId="01ff3cd0-0633-42e2-959a-392a4aa13f64" providerId="ADAL" clId="{2673A91A-3439-4315-AE72-1AC445A732DB}" dt="2026-05-26T18:24:34.642" v="480"/>
          <ac:spMkLst>
            <pc:docMk/>
            <pc:sldMk cId="2008891599" sldId="353"/>
            <ac:spMk id="3" creationId="{8D265759-CB91-4295-B8B7-E11B3852E70F}"/>
          </ac:spMkLst>
        </pc:spChg>
        <pc:spChg chg="mod">
          <ac:chgData name="Theodore Mouhlas" userId="01ff3cd0-0633-42e2-959a-392a4aa13f64" providerId="ADAL" clId="{2673A91A-3439-4315-AE72-1AC445A732DB}" dt="2026-05-26T18:24:34.646" v="482"/>
          <ac:spMkLst>
            <pc:docMk/>
            <pc:sldMk cId="2008891599" sldId="353"/>
            <ac:spMk id="4" creationId="{557FEB7A-DBC1-430D-9E07-D778046A7D66}"/>
          </ac:spMkLst>
        </pc:spChg>
        <pc:spChg chg="mod">
          <ac:chgData name="Theodore Mouhlas" userId="01ff3cd0-0633-42e2-959a-392a4aa13f64" providerId="ADAL" clId="{2673A91A-3439-4315-AE72-1AC445A732DB}" dt="2026-05-26T18:24:34.648" v="484"/>
          <ac:spMkLst>
            <pc:docMk/>
            <pc:sldMk cId="2008891599" sldId="353"/>
            <ac:spMk id="6" creationId="{28F1DDDD-1B4F-4DB6-B195-C8025A09E02F}"/>
          </ac:spMkLst>
        </pc:spChg>
        <pc:spChg chg="mod">
          <ac:chgData name="Theodore Mouhlas" userId="01ff3cd0-0633-42e2-959a-392a4aa13f64" providerId="ADAL" clId="{2673A91A-3439-4315-AE72-1AC445A732DB}" dt="2026-05-26T18:24:34.649" v="486"/>
          <ac:spMkLst>
            <pc:docMk/>
            <pc:sldMk cId="2008891599" sldId="353"/>
            <ac:spMk id="7" creationId="{4783A24D-174B-4228-95E6-6124C824AFC6}"/>
          </ac:spMkLst>
        </pc:spChg>
        <pc:spChg chg="mod">
          <ac:chgData name="Theodore Mouhlas" userId="01ff3cd0-0633-42e2-959a-392a4aa13f64" providerId="ADAL" clId="{2673A91A-3439-4315-AE72-1AC445A732DB}" dt="2026-05-26T18:24:34.650" v="488"/>
          <ac:spMkLst>
            <pc:docMk/>
            <pc:sldMk cId="2008891599" sldId="353"/>
            <ac:spMk id="9" creationId="{76EFAFF8-A15A-460A-AD15-3666598F0C22}"/>
          </ac:spMkLst>
        </pc:spChg>
        <pc:spChg chg="mod">
          <ac:chgData name="Theodore Mouhlas" userId="01ff3cd0-0633-42e2-959a-392a4aa13f64" providerId="ADAL" clId="{2673A91A-3439-4315-AE72-1AC445A732DB}" dt="2026-05-26T18:24:34.652" v="490"/>
          <ac:spMkLst>
            <pc:docMk/>
            <pc:sldMk cId="2008891599" sldId="353"/>
            <ac:spMk id="12" creationId="{DC01A761-3275-40F5-9126-942205313409}"/>
          </ac:spMkLst>
        </pc:spChg>
        <pc:spChg chg="mod">
          <ac:chgData name="Theodore Mouhlas" userId="01ff3cd0-0633-42e2-959a-392a4aa13f64" providerId="ADAL" clId="{2673A91A-3439-4315-AE72-1AC445A732DB}" dt="2026-05-26T18:24:34.653" v="492"/>
          <ac:spMkLst>
            <pc:docMk/>
            <pc:sldMk cId="2008891599" sldId="353"/>
            <ac:spMk id="15" creationId="{7A761E66-DE16-4480-98C4-B3E727E688E7}"/>
          </ac:spMkLst>
        </pc:spChg>
        <pc:spChg chg="mod">
          <ac:chgData name="Theodore Mouhlas" userId="01ff3cd0-0633-42e2-959a-392a4aa13f64" providerId="ADAL" clId="{2673A91A-3439-4315-AE72-1AC445A732DB}" dt="2026-05-26T18:24:34.654" v="494"/>
          <ac:spMkLst>
            <pc:docMk/>
            <pc:sldMk cId="2008891599" sldId="353"/>
            <ac:spMk id="18" creationId="{1B19B45B-43CF-4D59-835E-640FBF8E9BDA}"/>
          </ac:spMkLst>
        </pc:spChg>
        <pc:spChg chg="mod">
          <ac:chgData name="Theodore Mouhlas" userId="01ff3cd0-0633-42e2-959a-392a4aa13f64" providerId="ADAL" clId="{2673A91A-3439-4315-AE72-1AC445A732DB}" dt="2026-05-26T18:24:34.657" v="496"/>
          <ac:spMkLst>
            <pc:docMk/>
            <pc:sldMk cId="2008891599" sldId="353"/>
            <ac:spMk id="21" creationId="{68D91B27-60E6-4F71-91DA-15C787197636}"/>
          </ac:spMkLst>
        </pc:spChg>
        <pc:spChg chg="mod">
          <ac:chgData name="Theodore Mouhlas" userId="01ff3cd0-0633-42e2-959a-392a4aa13f64" providerId="ADAL" clId="{2673A91A-3439-4315-AE72-1AC445A732DB}" dt="2026-05-26T18:24:34.659" v="498"/>
          <ac:spMkLst>
            <pc:docMk/>
            <pc:sldMk cId="2008891599" sldId="353"/>
            <ac:spMk id="22" creationId="{BA44A5AF-4C18-4571-A484-89233D646F27}"/>
          </ac:spMkLst>
        </pc:spChg>
        <pc:spChg chg="mod">
          <ac:chgData name="Theodore Mouhlas" userId="01ff3cd0-0633-42e2-959a-392a4aa13f64" providerId="ADAL" clId="{2673A91A-3439-4315-AE72-1AC445A732DB}" dt="2026-05-26T18:24:34.662" v="500"/>
          <ac:spMkLst>
            <pc:docMk/>
            <pc:sldMk cId="2008891599" sldId="353"/>
            <ac:spMk id="25" creationId="{0621368C-D9D7-41FC-9097-1439EF984C34}"/>
          </ac:spMkLst>
        </pc:spChg>
        <pc:spChg chg="mod">
          <ac:chgData name="Theodore Mouhlas" userId="01ff3cd0-0633-42e2-959a-392a4aa13f64" providerId="ADAL" clId="{2673A91A-3439-4315-AE72-1AC445A732DB}" dt="2026-05-26T18:24:34.667" v="502"/>
          <ac:spMkLst>
            <pc:docMk/>
            <pc:sldMk cId="2008891599" sldId="353"/>
            <ac:spMk id="28" creationId="{34D10E1C-E481-4F55-A93E-9BABE7473CAE}"/>
          </ac:spMkLst>
        </pc:spChg>
        <pc:spChg chg="mod">
          <ac:chgData name="Theodore Mouhlas" userId="01ff3cd0-0633-42e2-959a-392a4aa13f64" providerId="ADAL" clId="{2673A91A-3439-4315-AE72-1AC445A732DB}" dt="2026-05-26T18:24:34.667" v="503"/>
          <ac:spMkLst>
            <pc:docMk/>
            <pc:sldMk cId="2008891599" sldId="353"/>
            <ac:spMk id="31" creationId="{8B0E526F-6949-46FB-B674-D57DCD852471}"/>
          </ac:spMkLst>
        </pc:spChg>
        <pc:spChg chg="mod">
          <ac:chgData name="Theodore Mouhlas" userId="01ff3cd0-0633-42e2-959a-392a4aa13f64" providerId="ADAL" clId="{2673A91A-3439-4315-AE72-1AC445A732DB}" dt="2026-05-26T18:24:34.670" v="505"/>
          <ac:spMkLst>
            <pc:docMk/>
            <pc:sldMk cId="2008891599" sldId="353"/>
            <ac:spMk id="32" creationId="{467A4AA0-39BB-4C2B-96B1-F4DCA1336613}"/>
          </ac:spMkLst>
        </pc:spChg>
        <pc:spChg chg="mod">
          <ac:chgData name="Theodore Mouhlas" userId="01ff3cd0-0633-42e2-959a-392a4aa13f64" providerId="ADAL" clId="{2673A91A-3439-4315-AE72-1AC445A732DB}" dt="2026-05-26T18:24:34.675" v="507"/>
          <ac:spMkLst>
            <pc:docMk/>
            <pc:sldMk cId="2008891599" sldId="353"/>
            <ac:spMk id="33" creationId="{4DAD85B3-77B2-4DEF-AF24-4CC7771DE0F9}"/>
          </ac:spMkLst>
        </pc:spChg>
      </pc:sldChg>
      <pc:sldChg chg="new del ord">
        <pc:chgData name="Theodore Mouhlas" userId="01ff3cd0-0633-42e2-959a-392a4aa13f64" providerId="ADAL" clId="{2673A91A-3439-4315-AE72-1AC445A732DB}" dt="2026-05-26T18:26:46.287" v="561"/>
        <pc:sldMkLst>
          <pc:docMk/>
          <pc:sldMk cId="2686429383" sldId="354"/>
        </pc:sldMkLst>
      </pc:sldChg>
      <pc:sldChg chg="add">
        <pc:chgData name="Theodore Mouhlas" userId="01ff3cd0-0633-42e2-959a-392a4aa13f64" providerId="ADAL" clId="{2673A91A-3439-4315-AE72-1AC445A732DB}" dt="2026-05-26T18:26:46.280" v="560"/>
        <pc:sldMkLst>
          <pc:docMk/>
          <pc:sldMk cId="3019373684" sldId="355"/>
        </pc:sldMkLst>
      </pc:sldChg>
      <pc:sldChg chg="modSp add mod">
        <pc:chgData name="Theodore Mouhlas" userId="01ff3cd0-0633-42e2-959a-392a4aa13f64" providerId="ADAL" clId="{2673A91A-3439-4315-AE72-1AC445A732DB}" dt="2026-05-26T18:28:37.006" v="574"/>
        <pc:sldMkLst>
          <pc:docMk/>
          <pc:sldMk cId="35471701" sldId="356"/>
        </pc:sldMkLst>
        <pc:spChg chg="mod">
          <ac:chgData name="Theodore Mouhlas" userId="01ff3cd0-0633-42e2-959a-392a4aa13f64" providerId="ADAL" clId="{2673A91A-3439-4315-AE72-1AC445A732DB}" dt="2026-05-26T18:28:36.959" v="565"/>
          <ac:spMkLst>
            <pc:docMk/>
            <pc:sldMk cId="35471701" sldId="356"/>
            <ac:spMk id="3" creationId="{A324A2D0-6633-42D5-850E-FFDC454ED3AF}"/>
          </ac:spMkLst>
        </pc:spChg>
        <pc:spChg chg="mod">
          <ac:chgData name="Theodore Mouhlas" userId="01ff3cd0-0633-42e2-959a-392a4aa13f64" providerId="ADAL" clId="{2673A91A-3439-4315-AE72-1AC445A732DB}" dt="2026-05-26T18:28:36.960" v="566"/>
          <ac:spMkLst>
            <pc:docMk/>
            <pc:sldMk cId="35471701" sldId="356"/>
            <ac:spMk id="4" creationId="{C7D15C94-2230-40ED-87EA-629CD51472C1}"/>
          </ac:spMkLst>
        </pc:spChg>
        <pc:spChg chg="mod">
          <ac:chgData name="Theodore Mouhlas" userId="01ff3cd0-0633-42e2-959a-392a4aa13f64" providerId="ADAL" clId="{2673A91A-3439-4315-AE72-1AC445A732DB}" dt="2026-05-26T18:28:36.979" v="568"/>
          <ac:spMkLst>
            <pc:docMk/>
            <pc:sldMk cId="35471701" sldId="356"/>
            <ac:spMk id="10" creationId="{63C7BB44-E6DB-415D-87F4-BD80FA7B6A42}"/>
          </ac:spMkLst>
        </pc:spChg>
        <pc:spChg chg="mod">
          <ac:chgData name="Theodore Mouhlas" userId="01ff3cd0-0633-42e2-959a-392a4aa13f64" providerId="ADAL" clId="{2673A91A-3439-4315-AE72-1AC445A732DB}" dt="2026-05-26T18:28:36.988" v="570"/>
          <ac:spMkLst>
            <pc:docMk/>
            <pc:sldMk cId="35471701" sldId="356"/>
            <ac:spMk id="16" creationId="{30FC7D45-AFD6-4E5D-A6A9-46C7AA4BEB69}"/>
          </ac:spMkLst>
        </pc:spChg>
        <pc:spChg chg="mod">
          <ac:chgData name="Theodore Mouhlas" userId="01ff3cd0-0633-42e2-959a-392a4aa13f64" providerId="ADAL" clId="{2673A91A-3439-4315-AE72-1AC445A732DB}" dt="2026-05-26T18:28:36.996" v="572"/>
          <ac:spMkLst>
            <pc:docMk/>
            <pc:sldMk cId="35471701" sldId="356"/>
            <ac:spMk id="22" creationId="{D5453D0D-FD91-4EC6-8386-04C733EA717D}"/>
          </ac:spMkLst>
        </pc:spChg>
        <pc:spChg chg="mod">
          <ac:chgData name="Theodore Mouhlas" userId="01ff3cd0-0633-42e2-959a-392a4aa13f64" providerId="ADAL" clId="{2673A91A-3439-4315-AE72-1AC445A732DB}" dt="2026-05-26T18:28:37.006" v="574"/>
          <ac:spMkLst>
            <pc:docMk/>
            <pc:sldMk cId="35471701" sldId="356"/>
            <ac:spMk id="28" creationId="{EDA0DF51-3064-4F4C-BA94-9B05094F4906}"/>
          </ac:spMkLst>
        </pc:spChg>
      </pc:sldChg>
      <pc:sldChg chg="modSp add mod">
        <pc:chgData name="Theodore Mouhlas" userId="01ff3cd0-0633-42e2-959a-392a4aa13f64" providerId="ADAL" clId="{2673A91A-3439-4315-AE72-1AC445A732DB}" dt="2026-05-26T18:30:43.326" v="589"/>
        <pc:sldMkLst>
          <pc:docMk/>
          <pc:sldMk cId="3103455598" sldId="357"/>
        </pc:sldMkLst>
        <pc:spChg chg="mod">
          <ac:chgData name="Theodore Mouhlas" userId="01ff3cd0-0633-42e2-959a-392a4aa13f64" providerId="ADAL" clId="{2673A91A-3439-4315-AE72-1AC445A732DB}" dt="2026-05-26T18:30:43.318" v="583"/>
          <ac:spMkLst>
            <pc:docMk/>
            <pc:sldMk cId="3103455598" sldId="357"/>
            <ac:spMk id="3" creationId="{F9BF5EEF-1BC5-4F08-B83B-CC0EB6BDE091}"/>
          </ac:spMkLst>
        </pc:spChg>
        <pc:spChg chg="mod">
          <ac:chgData name="Theodore Mouhlas" userId="01ff3cd0-0633-42e2-959a-392a4aa13f64" providerId="ADAL" clId="{2673A91A-3439-4315-AE72-1AC445A732DB}" dt="2026-05-26T18:30:43.319" v="585"/>
          <ac:spMkLst>
            <pc:docMk/>
            <pc:sldMk cId="3103455598" sldId="357"/>
            <ac:spMk id="4" creationId="{A0792E8A-DBC7-4299-A39F-F6F13BDA249D}"/>
          </ac:spMkLst>
        </pc:spChg>
        <pc:spChg chg="mod">
          <ac:chgData name="Theodore Mouhlas" userId="01ff3cd0-0633-42e2-959a-392a4aa13f64" providerId="ADAL" clId="{2673A91A-3439-4315-AE72-1AC445A732DB}" dt="2026-05-26T18:30:43.322" v="587"/>
          <ac:spMkLst>
            <pc:docMk/>
            <pc:sldMk cId="3103455598" sldId="357"/>
            <ac:spMk id="41" creationId="{7276B5BF-65B3-4766-853A-C77059981DAA}"/>
          </ac:spMkLst>
        </pc:spChg>
        <pc:spChg chg="mod">
          <ac:chgData name="Theodore Mouhlas" userId="01ff3cd0-0633-42e2-959a-392a4aa13f64" providerId="ADAL" clId="{2673A91A-3439-4315-AE72-1AC445A732DB}" dt="2026-05-26T18:30:43.326" v="589"/>
          <ac:spMkLst>
            <pc:docMk/>
            <pc:sldMk cId="3103455598" sldId="357"/>
            <ac:spMk id="97" creationId="{02AD16D4-404B-4646-9F7B-D7CF2D86B540}"/>
          </ac:spMkLst>
        </pc:spChg>
      </pc:sldChg>
      <pc:sldChg chg="delSp modSp add mod">
        <pc:chgData name="Theodore Mouhlas" userId="01ff3cd0-0633-42e2-959a-392a4aa13f64" providerId="ADAL" clId="{2673A91A-3439-4315-AE72-1AC445A732DB}" dt="2026-05-26T19:18:36.485" v="752" actId="478"/>
        <pc:sldMkLst>
          <pc:docMk/>
          <pc:sldMk cId="4046895894" sldId="358"/>
        </pc:sldMkLst>
        <pc:spChg chg="mod">
          <ac:chgData name="Theodore Mouhlas" userId="01ff3cd0-0633-42e2-959a-392a4aa13f64" providerId="ADAL" clId="{2673A91A-3439-4315-AE72-1AC445A732DB}" dt="2026-05-26T18:31:47.148" v="593"/>
          <ac:spMkLst>
            <pc:docMk/>
            <pc:sldMk cId="4046895894" sldId="358"/>
            <ac:spMk id="3" creationId="{57012220-732B-43E3-9D89-1D92F3989F04}"/>
          </ac:spMkLst>
        </pc:spChg>
        <pc:spChg chg="mod">
          <ac:chgData name="Theodore Mouhlas" userId="01ff3cd0-0633-42e2-959a-392a4aa13f64" providerId="ADAL" clId="{2673A91A-3439-4315-AE72-1AC445A732DB}" dt="2026-05-26T19:18:09.665" v="747" actId="242"/>
          <ac:spMkLst>
            <pc:docMk/>
            <pc:sldMk cId="4046895894" sldId="358"/>
            <ac:spMk id="5" creationId="{9DC6A563-95E2-4275-B593-4B4E562EAA87}"/>
          </ac:spMkLst>
        </pc:spChg>
        <pc:spChg chg="mod">
          <ac:chgData name="Theodore Mouhlas" userId="01ff3cd0-0633-42e2-959a-392a4aa13f64" providerId="ADAL" clId="{2673A91A-3439-4315-AE72-1AC445A732DB}" dt="2026-05-26T19:17:54.833" v="743" actId="1037"/>
          <ac:spMkLst>
            <pc:docMk/>
            <pc:sldMk cId="4046895894" sldId="358"/>
            <ac:spMk id="6" creationId="{63423C96-ABBB-4DF8-9645-F756697FE54F}"/>
          </ac:spMkLst>
        </pc:spChg>
        <pc:spChg chg="mod">
          <ac:chgData name="Theodore Mouhlas" userId="01ff3cd0-0633-42e2-959a-392a4aa13f64" providerId="ADAL" clId="{2673A91A-3439-4315-AE72-1AC445A732DB}" dt="2026-05-26T19:18:09.665" v="747" actId="242"/>
          <ac:spMkLst>
            <pc:docMk/>
            <pc:sldMk cId="4046895894" sldId="358"/>
            <ac:spMk id="8" creationId="{44F9E662-25AB-409D-8F35-30366F03A61A}"/>
          </ac:spMkLst>
        </pc:spChg>
        <pc:spChg chg="mod">
          <ac:chgData name="Theodore Mouhlas" userId="01ff3cd0-0633-42e2-959a-392a4aa13f64" providerId="ADAL" clId="{2673A91A-3439-4315-AE72-1AC445A732DB}" dt="2026-05-26T18:31:47.149" v="595"/>
          <ac:spMkLst>
            <pc:docMk/>
            <pc:sldMk cId="4046895894" sldId="358"/>
            <ac:spMk id="10" creationId="{6A1A2FA8-1352-46D0-A80D-00FA54656895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11" creationId="{F654F842-24AA-45FC-A2E0-2C7C9418043D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12" creationId="{C415F96A-DC72-4F1E-8342-AA266BCF7513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13" creationId="{80BFC35F-0ADB-459F-BD2C-7D96DB7F00BA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14" creationId="{BB286790-F237-4BE6-8CA6-82881F0A6486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15" creationId="{39A2E125-C6FB-45D3-BB0B-1CE8FB7DB424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16" creationId="{D096CB93-37B0-46E4-A72B-7169790EA4D0}"/>
          </ac:spMkLst>
        </pc:spChg>
        <pc:spChg chg="mod">
          <ac:chgData name="Theodore Mouhlas" userId="01ff3cd0-0633-42e2-959a-392a4aa13f64" providerId="ADAL" clId="{2673A91A-3439-4315-AE72-1AC445A732DB}" dt="2026-05-26T19:17:58.552" v="746" actId="403"/>
          <ac:spMkLst>
            <pc:docMk/>
            <pc:sldMk cId="4046895894" sldId="358"/>
            <ac:spMk id="17" creationId="{3169AE39-AF1C-457C-A742-043E723957FB}"/>
          </ac:spMkLst>
        </pc:spChg>
        <pc:spChg chg="mod">
          <ac:chgData name="Theodore Mouhlas" userId="01ff3cd0-0633-42e2-959a-392a4aa13f64" providerId="ADAL" clId="{2673A91A-3439-4315-AE72-1AC445A732DB}" dt="2026-05-26T19:17:58.552" v="746" actId="403"/>
          <ac:spMkLst>
            <pc:docMk/>
            <pc:sldMk cId="4046895894" sldId="358"/>
            <ac:spMk id="18" creationId="{D83ED040-4FE2-43CE-8666-F85CE84B4AA9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19" creationId="{BF03DF21-AB3F-44F6-8E5E-6358D8C5E58A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20" creationId="{1EFF7D8D-C2E7-4CED-8B99-EDE8A2F60354}"/>
          </ac:spMkLst>
        </pc:spChg>
        <pc:spChg chg="mod">
          <ac:chgData name="Theodore Mouhlas" userId="01ff3cd0-0633-42e2-959a-392a4aa13f64" providerId="ADAL" clId="{2673A91A-3439-4315-AE72-1AC445A732DB}" dt="2026-05-26T19:17:58.552" v="746" actId="403"/>
          <ac:spMkLst>
            <pc:docMk/>
            <pc:sldMk cId="4046895894" sldId="358"/>
            <ac:spMk id="21" creationId="{8798F9CD-ED54-42B5-BB54-53D783C5379F}"/>
          </ac:spMkLst>
        </pc:spChg>
        <pc:spChg chg="mod">
          <ac:chgData name="Theodore Mouhlas" userId="01ff3cd0-0633-42e2-959a-392a4aa13f64" providerId="ADAL" clId="{2673A91A-3439-4315-AE72-1AC445A732DB}" dt="2026-05-26T19:17:58.552" v="746" actId="403"/>
          <ac:spMkLst>
            <pc:docMk/>
            <pc:sldMk cId="4046895894" sldId="358"/>
            <ac:spMk id="22" creationId="{6DADE060-153C-4BE9-A6D6-5C9A91D2AFC1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23" creationId="{A2468890-314E-46C2-9A33-1195D448FD75}"/>
          </ac:spMkLst>
        </pc:spChg>
        <pc:spChg chg="mod">
          <ac:chgData name="Theodore Mouhlas" userId="01ff3cd0-0633-42e2-959a-392a4aa13f64" providerId="ADAL" clId="{2673A91A-3439-4315-AE72-1AC445A732DB}" dt="2026-05-26T18:31:47.165" v="618"/>
          <ac:spMkLst>
            <pc:docMk/>
            <pc:sldMk cId="4046895894" sldId="358"/>
            <ac:spMk id="25" creationId="{A60FFE5E-F62A-4129-BE28-18F5D8998CB2}"/>
          </ac:spMkLst>
        </pc:spChg>
        <pc:spChg chg="mod">
          <ac:chgData name="Theodore Mouhlas" userId="01ff3cd0-0633-42e2-959a-392a4aa13f64" providerId="ADAL" clId="{2673A91A-3439-4315-AE72-1AC445A732DB}" dt="2026-05-26T19:17:58.552" v="746" actId="403"/>
          <ac:spMkLst>
            <pc:docMk/>
            <pc:sldMk cId="4046895894" sldId="358"/>
            <ac:spMk id="26" creationId="{36766CDC-1A08-4FC7-870D-7855A3B9A04D}"/>
          </ac:spMkLst>
        </pc:spChg>
        <pc:spChg chg="mod">
          <ac:chgData name="Theodore Mouhlas" userId="01ff3cd0-0633-42e2-959a-392a4aa13f64" providerId="ADAL" clId="{2673A91A-3439-4315-AE72-1AC445A732DB}" dt="2026-05-26T19:17:58.552" v="746" actId="403"/>
          <ac:spMkLst>
            <pc:docMk/>
            <pc:sldMk cId="4046895894" sldId="358"/>
            <ac:spMk id="27" creationId="{B087DE68-400C-4673-A5AD-E8AFED35A8CD}"/>
          </ac:spMkLst>
        </pc:spChg>
        <pc:spChg chg="mod">
          <ac:chgData name="Theodore Mouhlas" userId="01ff3cd0-0633-42e2-959a-392a4aa13f64" providerId="ADAL" clId="{2673A91A-3439-4315-AE72-1AC445A732DB}" dt="2026-05-26T19:18:25.334" v="750" actId="404"/>
          <ac:spMkLst>
            <pc:docMk/>
            <pc:sldMk cId="4046895894" sldId="358"/>
            <ac:spMk id="28" creationId="{47F92A00-2DA8-4E28-8A87-071EC0E01253}"/>
          </ac:spMkLst>
        </pc:spChg>
        <pc:spChg chg="del">
          <ac:chgData name="Theodore Mouhlas" userId="01ff3cd0-0633-42e2-959a-392a4aa13f64" providerId="ADAL" clId="{2673A91A-3439-4315-AE72-1AC445A732DB}" dt="2026-05-26T19:18:32.758" v="751" actId="478"/>
          <ac:spMkLst>
            <pc:docMk/>
            <pc:sldMk cId="4046895894" sldId="358"/>
            <ac:spMk id="29" creationId="{A7F4E5D4-09D8-49F5-994D-37AEF8A17E4B}"/>
          </ac:spMkLst>
        </pc:spChg>
        <pc:spChg chg="del">
          <ac:chgData name="Theodore Mouhlas" userId="01ff3cd0-0633-42e2-959a-392a4aa13f64" providerId="ADAL" clId="{2673A91A-3439-4315-AE72-1AC445A732DB}" dt="2026-05-26T19:18:36.485" v="752" actId="478"/>
          <ac:spMkLst>
            <pc:docMk/>
            <pc:sldMk cId="4046895894" sldId="358"/>
            <ac:spMk id="30" creationId="{D3D26D02-DCBC-474F-8712-3D5687080954}"/>
          </ac:spMkLst>
        </pc:spChg>
        <pc:spChg chg="del">
          <ac:chgData name="Theodore Mouhlas" userId="01ff3cd0-0633-42e2-959a-392a4aa13f64" providerId="ADAL" clId="{2673A91A-3439-4315-AE72-1AC445A732DB}" dt="2026-05-26T19:18:36.485" v="752" actId="478"/>
          <ac:spMkLst>
            <pc:docMk/>
            <pc:sldMk cId="4046895894" sldId="358"/>
            <ac:spMk id="31" creationId="{294C2D47-CD88-4DA3-931A-C17F8E280C20}"/>
          </ac:spMkLst>
        </pc:spChg>
        <pc:spChg chg="del">
          <ac:chgData name="Theodore Mouhlas" userId="01ff3cd0-0633-42e2-959a-392a4aa13f64" providerId="ADAL" clId="{2673A91A-3439-4315-AE72-1AC445A732DB}" dt="2026-05-26T19:18:36.485" v="752" actId="478"/>
          <ac:spMkLst>
            <pc:docMk/>
            <pc:sldMk cId="4046895894" sldId="358"/>
            <ac:spMk id="32" creationId="{24AE35C9-C6C4-46F3-87AD-B07FD12B3C49}"/>
          </ac:spMkLst>
        </pc:spChg>
        <pc:spChg chg="del">
          <ac:chgData name="Theodore Mouhlas" userId="01ff3cd0-0633-42e2-959a-392a4aa13f64" providerId="ADAL" clId="{2673A91A-3439-4315-AE72-1AC445A732DB}" dt="2026-05-26T19:18:36.485" v="752" actId="478"/>
          <ac:spMkLst>
            <pc:docMk/>
            <pc:sldMk cId="4046895894" sldId="358"/>
            <ac:spMk id="33" creationId="{82E63DCF-9264-4A8F-98CC-0C0B2D9977DB}"/>
          </ac:spMkLst>
        </pc:spChg>
      </pc:sldChg>
      <pc:sldChg chg="add del">
        <pc:chgData name="Theodore Mouhlas" userId="01ff3cd0-0633-42e2-959a-392a4aa13f64" providerId="ADAL" clId="{2673A91A-3439-4315-AE72-1AC445A732DB}" dt="2026-05-26T18:35:44.593" v="687"/>
        <pc:sldMkLst>
          <pc:docMk/>
          <pc:sldMk cId="3564992012" sldId="359"/>
        </pc:sldMkLst>
      </pc:sldChg>
      <pc:sldChg chg="delSp add mod">
        <pc:chgData name="Theodore Mouhlas" userId="01ff3cd0-0633-42e2-959a-392a4aa13f64" providerId="ADAL" clId="{2673A91A-3439-4315-AE72-1AC445A732DB}" dt="2026-05-26T18:36:40.330" v="694" actId="478"/>
        <pc:sldMkLst>
          <pc:docMk/>
          <pc:sldMk cId="3805499028" sldId="360"/>
        </pc:sldMkLst>
        <pc:spChg chg="del">
          <ac:chgData name="Theodore Mouhlas" userId="01ff3cd0-0633-42e2-959a-392a4aa13f64" providerId="ADAL" clId="{2673A91A-3439-4315-AE72-1AC445A732DB}" dt="2026-05-26T18:36:37.770" v="691" actId="478"/>
          <ac:spMkLst>
            <pc:docMk/>
            <pc:sldMk cId="3805499028" sldId="360"/>
            <ac:spMk id="250" creationId="{00000000-0000-0000-0000-000000000000}"/>
          </ac:spMkLst>
        </pc:spChg>
        <pc:spChg chg="del">
          <ac:chgData name="Theodore Mouhlas" userId="01ff3cd0-0633-42e2-959a-392a4aa13f64" providerId="ADAL" clId="{2673A91A-3439-4315-AE72-1AC445A732DB}" dt="2026-05-26T18:36:39.362" v="693" actId="478"/>
          <ac:spMkLst>
            <pc:docMk/>
            <pc:sldMk cId="3805499028" sldId="360"/>
            <ac:spMk id="251" creationId="{00000000-0000-0000-0000-000000000000}"/>
          </ac:spMkLst>
        </pc:spChg>
        <pc:spChg chg="del">
          <ac:chgData name="Theodore Mouhlas" userId="01ff3cd0-0633-42e2-959a-392a4aa13f64" providerId="ADAL" clId="{2673A91A-3439-4315-AE72-1AC445A732DB}" dt="2026-05-26T18:36:31.834" v="690" actId="478"/>
          <ac:spMkLst>
            <pc:docMk/>
            <pc:sldMk cId="3805499028" sldId="360"/>
            <ac:spMk id="252" creationId="{00000000-0000-0000-0000-000000000000}"/>
          </ac:spMkLst>
        </pc:spChg>
        <pc:spChg chg="del">
          <ac:chgData name="Theodore Mouhlas" userId="01ff3cd0-0633-42e2-959a-392a4aa13f64" providerId="ADAL" clId="{2673A91A-3439-4315-AE72-1AC445A732DB}" dt="2026-05-26T18:36:40.330" v="694" actId="478"/>
          <ac:spMkLst>
            <pc:docMk/>
            <pc:sldMk cId="3805499028" sldId="360"/>
            <ac:spMk id="253" creationId="{00000000-0000-0000-0000-000000000000}"/>
          </ac:spMkLst>
        </pc:spChg>
        <pc:spChg chg="del">
          <ac:chgData name="Theodore Mouhlas" userId="01ff3cd0-0633-42e2-959a-392a4aa13f64" providerId="ADAL" clId="{2673A91A-3439-4315-AE72-1AC445A732DB}" dt="2026-05-26T18:36:31.834" v="690" actId="478"/>
          <ac:spMkLst>
            <pc:docMk/>
            <pc:sldMk cId="3805499028" sldId="360"/>
            <ac:spMk id="254" creationId="{00000000-0000-0000-0000-000000000000}"/>
          </ac:spMkLst>
        </pc:spChg>
        <pc:spChg chg="del">
          <ac:chgData name="Theodore Mouhlas" userId="01ff3cd0-0633-42e2-959a-392a4aa13f64" providerId="ADAL" clId="{2673A91A-3439-4315-AE72-1AC445A732DB}" dt="2026-05-26T18:36:31.834" v="690" actId="478"/>
          <ac:spMkLst>
            <pc:docMk/>
            <pc:sldMk cId="3805499028" sldId="360"/>
            <ac:spMk id="255" creationId="{00000000-0000-0000-0000-000000000000}"/>
          </ac:spMkLst>
        </pc:spChg>
        <pc:spChg chg="del">
          <ac:chgData name="Theodore Mouhlas" userId="01ff3cd0-0633-42e2-959a-392a4aa13f64" providerId="ADAL" clId="{2673A91A-3439-4315-AE72-1AC445A732DB}" dt="2026-05-26T18:36:31.834" v="690" actId="478"/>
          <ac:spMkLst>
            <pc:docMk/>
            <pc:sldMk cId="3805499028" sldId="360"/>
            <ac:spMk id="256" creationId="{00000000-0000-0000-0000-000000000000}"/>
          </ac:spMkLst>
        </pc:spChg>
        <pc:picChg chg="del">
          <ac:chgData name="Theodore Mouhlas" userId="01ff3cd0-0633-42e2-959a-392a4aa13f64" providerId="ADAL" clId="{2673A91A-3439-4315-AE72-1AC445A732DB}" dt="2026-05-26T18:36:38.266" v="692" actId="478"/>
          <ac:picMkLst>
            <pc:docMk/>
            <pc:sldMk cId="3805499028" sldId="360"/>
            <ac:picMk id="22" creationId="{26B9ABA1-1102-6CD6-6B46-0899BBC3E797}"/>
          </ac:picMkLst>
        </pc:picChg>
      </pc:sldChg>
      <pc:sldChg chg="modSp add mod">
        <pc:chgData name="Theodore Mouhlas" userId="01ff3cd0-0633-42e2-959a-392a4aa13f64" providerId="ADAL" clId="{2673A91A-3439-4315-AE72-1AC445A732DB}" dt="2026-05-26T18:50:24.252" v="709"/>
        <pc:sldMkLst>
          <pc:docMk/>
          <pc:sldMk cId="2934175048" sldId="361"/>
        </pc:sldMkLst>
        <pc:spChg chg="mod">
          <ac:chgData name="Theodore Mouhlas" userId="01ff3cd0-0633-42e2-959a-392a4aa13f64" providerId="ADAL" clId="{2673A91A-3439-4315-AE72-1AC445A732DB}" dt="2026-05-26T18:50:24.252" v="709"/>
          <ac:spMkLst>
            <pc:docMk/>
            <pc:sldMk cId="2934175048" sldId="361"/>
            <ac:spMk id="6" creationId="{760721BA-A094-443D-91FD-F5700A36D5F8}"/>
          </ac:spMkLst>
        </pc:spChg>
      </pc:sldChg>
      <pc:sldChg chg="modSp add mod">
        <pc:chgData name="Theodore Mouhlas" userId="01ff3cd0-0633-42e2-959a-392a4aa13f64" providerId="ADAL" clId="{2673A91A-3439-4315-AE72-1AC445A732DB}" dt="2026-05-26T19:16:14.066" v="734" actId="403"/>
        <pc:sldMkLst>
          <pc:docMk/>
          <pc:sldMk cId="3986147515" sldId="362"/>
        </pc:sldMkLst>
        <pc:spChg chg="mod">
          <ac:chgData name="Theodore Mouhlas" userId="01ff3cd0-0633-42e2-959a-392a4aa13f64" providerId="ADAL" clId="{2673A91A-3439-4315-AE72-1AC445A732DB}" dt="2026-05-26T18:51:12.253" v="712"/>
          <ac:spMkLst>
            <pc:docMk/>
            <pc:sldMk cId="3986147515" sldId="362"/>
            <ac:spMk id="6" creationId="{8F94CC48-7D26-4495-87F8-D227CD1CC027}"/>
          </ac:spMkLst>
        </pc:spChg>
        <pc:spChg chg="mod">
          <ac:chgData name="Theodore Mouhlas" userId="01ff3cd0-0633-42e2-959a-392a4aa13f64" providerId="ADAL" clId="{2673A91A-3439-4315-AE72-1AC445A732DB}" dt="2026-05-26T19:16:14.066" v="734" actId="403"/>
          <ac:spMkLst>
            <pc:docMk/>
            <pc:sldMk cId="3986147515" sldId="362"/>
            <ac:spMk id="9" creationId="{ED99D64B-5472-4A4E-AD62-9B1026C3C2D5}"/>
          </ac:spMkLst>
        </pc:spChg>
        <pc:spChg chg="mod">
          <ac:chgData name="Theodore Mouhlas" userId="01ff3cd0-0633-42e2-959a-392a4aa13f64" providerId="ADAL" clId="{2673A91A-3439-4315-AE72-1AC445A732DB}" dt="2026-05-26T18:51:12.259" v="715"/>
          <ac:spMkLst>
            <pc:docMk/>
            <pc:sldMk cId="3986147515" sldId="362"/>
            <ac:spMk id="12" creationId="{AB720C41-9174-4B7F-815B-8463D676C161}"/>
          </ac:spMkLst>
        </pc:spChg>
        <pc:spChg chg="mod">
          <ac:chgData name="Theodore Mouhlas" userId="01ff3cd0-0633-42e2-959a-392a4aa13f64" providerId="ADAL" clId="{2673A91A-3439-4315-AE72-1AC445A732DB}" dt="2026-05-26T18:51:12.259" v="716"/>
          <ac:spMkLst>
            <pc:docMk/>
            <pc:sldMk cId="3986147515" sldId="362"/>
            <ac:spMk id="15" creationId="{C9D34985-E018-4E5E-A5E2-E14AB9C5DF59}"/>
          </ac:spMkLst>
        </pc:spChg>
        <pc:spChg chg="mod">
          <ac:chgData name="Theodore Mouhlas" userId="01ff3cd0-0633-42e2-959a-392a4aa13f64" providerId="ADAL" clId="{2673A91A-3439-4315-AE72-1AC445A732DB}" dt="2026-05-26T18:51:12.261" v="717"/>
          <ac:spMkLst>
            <pc:docMk/>
            <pc:sldMk cId="3986147515" sldId="362"/>
            <ac:spMk id="18" creationId="{607108FC-8E95-42F3-9B82-8A9B418C5D9E}"/>
          </ac:spMkLst>
        </pc:spChg>
        <pc:spChg chg="mod">
          <ac:chgData name="Theodore Mouhlas" userId="01ff3cd0-0633-42e2-959a-392a4aa13f64" providerId="ADAL" clId="{2673A91A-3439-4315-AE72-1AC445A732DB}" dt="2026-05-26T18:51:12.262" v="718"/>
          <ac:spMkLst>
            <pc:docMk/>
            <pc:sldMk cId="3986147515" sldId="362"/>
            <ac:spMk id="21" creationId="{4D12C0E4-BCB6-4848-8023-99D8B77A3DEF}"/>
          </ac:spMkLst>
        </pc:spChg>
        <pc:spChg chg="mod">
          <ac:chgData name="Theodore Mouhlas" userId="01ff3cd0-0633-42e2-959a-392a4aa13f64" providerId="ADAL" clId="{2673A91A-3439-4315-AE72-1AC445A732DB}" dt="2026-05-26T18:51:12.265" v="719"/>
          <ac:spMkLst>
            <pc:docMk/>
            <pc:sldMk cId="3986147515" sldId="362"/>
            <ac:spMk id="24" creationId="{E4B94D33-FB01-4F3B-9C03-1FF7A3DF0BB3}"/>
          </ac:spMkLst>
        </pc:spChg>
      </pc:sldChg>
      <pc:sldChg chg="modSp add del mod">
        <pc:chgData name="Theodore Mouhlas" userId="01ff3cd0-0633-42e2-959a-392a4aa13f64" providerId="ADAL" clId="{2673A91A-3439-4315-AE72-1AC445A732DB}" dt="2026-05-26T18:51:53.745" v="727"/>
        <pc:sldMkLst>
          <pc:docMk/>
          <pc:sldMk cId="4169193157" sldId="363"/>
        </pc:sldMkLst>
        <pc:spChg chg="mod">
          <ac:chgData name="Theodore Mouhlas" userId="01ff3cd0-0633-42e2-959a-392a4aa13f64" providerId="ADAL" clId="{2673A91A-3439-4315-AE72-1AC445A732DB}" dt="2026-05-26T18:51:42.393" v="722"/>
          <ac:spMkLst>
            <pc:docMk/>
            <pc:sldMk cId="4169193157" sldId="363"/>
            <ac:spMk id="6" creationId="{B382F5E8-27A9-48B5-A65B-AA4071C6BAC4}"/>
          </ac:spMkLst>
        </pc:spChg>
        <pc:spChg chg="mod">
          <ac:chgData name="Theodore Mouhlas" userId="01ff3cd0-0633-42e2-959a-392a4aa13f64" providerId="ADAL" clId="{2673A91A-3439-4315-AE72-1AC445A732DB}" dt="2026-05-26T18:51:42.396" v="723"/>
          <ac:spMkLst>
            <pc:docMk/>
            <pc:sldMk cId="4169193157" sldId="363"/>
            <ac:spMk id="10" creationId="{A6B44853-A1B8-42CD-9563-9FE02ED15D26}"/>
          </ac:spMkLst>
        </pc:spChg>
        <pc:spChg chg="mod">
          <ac:chgData name="Theodore Mouhlas" userId="01ff3cd0-0633-42e2-959a-392a4aa13f64" providerId="ADAL" clId="{2673A91A-3439-4315-AE72-1AC445A732DB}" dt="2026-05-26T18:51:42.400" v="724"/>
          <ac:spMkLst>
            <pc:docMk/>
            <pc:sldMk cId="4169193157" sldId="363"/>
            <ac:spMk id="11" creationId="{66C35ADF-45AC-4E88-AE9C-2D129B854376}"/>
          </ac:spMkLst>
        </pc:spChg>
        <pc:spChg chg="mod">
          <ac:chgData name="Theodore Mouhlas" userId="01ff3cd0-0633-42e2-959a-392a4aa13f64" providerId="ADAL" clId="{2673A91A-3439-4315-AE72-1AC445A732DB}" dt="2026-05-26T18:51:42.401" v="725"/>
          <ac:spMkLst>
            <pc:docMk/>
            <pc:sldMk cId="4169193157" sldId="363"/>
            <ac:spMk id="12" creationId="{5879753C-12EB-410C-B983-92FA54D2AC26}"/>
          </ac:spMkLst>
        </pc:spChg>
      </pc:sldChg>
      <pc:sldChg chg="modSp add mod">
        <pc:chgData name="Theodore Mouhlas" userId="01ff3cd0-0633-42e2-959a-392a4aa13f64" providerId="ADAL" clId="{2673A91A-3439-4315-AE72-1AC445A732DB}" dt="2026-05-26T18:51:53.791" v="729"/>
        <pc:sldMkLst>
          <pc:docMk/>
          <pc:sldMk cId="2000374355" sldId="364"/>
        </pc:sldMkLst>
        <pc:spChg chg="mod">
          <ac:chgData name="Theodore Mouhlas" userId="01ff3cd0-0633-42e2-959a-392a4aa13f64" providerId="ADAL" clId="{2673A91A-3439-4315-AE72-1AC445A732DB}" dt="2026-05-26T18:51:53.791" v="729"/>
          <ac:spMkLst>
            <pc:docMk/>
            <pc:sldMk cId="2000374355" sldId="364"/>
            <ac:spMk id="10" creationId="{A6B44853-A1B8-42CD-9563-9FE02ED15D26}"/>
          </ac:spMkLst>
        </pc:spChg>
      </pc:sldChg>
      <pc:sldChg chg="modSp add mod">
        <pc:chgData name="Theodore Mouhlas" userId="01ff3cd0-0633-42e2-959a-392a4aa13f64" providerId="ADAL" clId="{2673A91A-3439-4315-AE72-1AC445A732DB}" dt="2026-05-26T18:52:13.082" v="732"/>
        <pc:sldMkLst>
          <pc:docMk/>
          <pc:sldMk cId="3578650649" sldId="365"/>
        </pc:sldMkLst>
        <pc:spChg chg="mod">
          <ac:chgData name="Theodore Mouhlas" userId="01ff3cd0-0633-42e2-959a-392a4aa13f64" providerId="ADAL" clId="{2673A91A-3439-4315-AE72-1AC445A732DB}" dt="2026-05-26T18:52:13.082" v="732"/>
          <ac:spMkLst>
            <pc:docMk/>
            <pc:sldMk cId="3578650649" sldId="365"/>
            <ac:spMk id="6" creationId="{BCE14C67-D0E1-4A38-A795-4C31BE33907F}"/>
          </ac:spMkLst>
        </pc:spChg>
      </pc:sldChg>
    </pc:docChg>
  </pc:docChgLst>
  <pc:docChgLst>
    <pc:chgData name="Henry Chakardjian" userId="20f15cf7-4c9e-4834-aa5b-7e06544057cf" providerId="ADAL" clId="{A15EA703-ACC8-44C1-99E1-D112E40BA85E}"/>
    <pc:docChg chg="modSld">
      <pc:chgData name="Henry Chakardjian" userId="20f15cf7-4c9e-4834-aa5b-7e06544057cf" providerId="ADAL" clId="{A15EA703-ACC8-44C1-99E1-D112E40BA85E}" dt="2026-05-21T18:41:35.133" v="0" actId="947"/>
      <pc:docMkLst>
        <pc:docMk/>
      </pc:docMkLst>
      <pc:sldChg chg="modSp mod">
        <pc:chgData name="Henry Chakardjian" userId="20f15cf7-4c9e-4834-aa5b-7e06544057cf" providerId="ADAL" clId="{A15EA703-ACC8-44C1-99E1-D112E40BA85E}" dt="2026-05-21T18:41:35.133" v="0" actId="947"/>
        <pc:sldMkLst>
          <pc:docMk/>
          <pc:sldMk cId="623374232" sldId="312"/>
        </pc:sldMkLst>
        <pc:graphicFrameChg chg="modGraphic">
          <ac:chgData name="Henry Chakardjian" userId="20f15cf7-4c9e-4834-aa5b-7e06544057cf" providerId="ADAL" clId="{A15EA703-ACC8-44C1-99E1-D112E40BA85E}" dt="2026-05-21T18:41:35.133" v="0" actId="947"/>
          <ac:graphicFrameMkLst>
            <pc:docMk/>
            <pc:sldMk cId="623374232" sldId="312"/>
            <ac:graphicFrameMk id="6" creationId="{54BB4DCD-F71E-48D1-9FC2-FA458CDE7CB4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30CF0-9E86-44DF-A0A3-50DA5A1E7B98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CCFE5D-0E94-4C6A-9121-D03DF1868F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085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0BB7A-F5B3-7136-6236-BEF897B9E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66E2F-9400-860B-6AB0-51A01B7F7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83E25-E9A6-8874-22AD-C987E1C18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980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DA192-6C65-FA28-31C5-3815BFFDF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C7A5B-A4C2-763A-7CDB-FA1418983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6C48B-4656-2976-6DD3-320DA8D6E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899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F8A63-DE05-1288-2BC4-54B9CC068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8A2D7-991F-7E8F-0FF2-98AFCA144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1B847-59D2-F775-3D4D-E0763FB3C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90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9C7EB4-0675-05C3-9896-283B8F7B4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1FF23C-488C-86C4-E667-EB1D65B4B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AB0AC-A604-0210-B4CB-3B4E3CF7F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059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68E7F7-C9D9-6305-FB70-86E9C7DC7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8F9C73-E4ED-D6E7-2352-B9E72B569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68C6E9-F29F-4553-9A5C-540FBA19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9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DD3252-1BA6-33B4-74A0-B9A235DFB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1C7106-0118-E466-3E8B-3FBC2E628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50D71B-E57A-896F-8711-9B24CE601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702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ECE7EE-2C0B-B058-A260-E1481D749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A839B1-DE87-7FBB-E57E-0A2277071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17751-87C7-57EE-7D6D-7497C9430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805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3D1153-C9B0-0F48-6603-3A6CF33EC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C80689-92C8-6AFA-8559-D0A7B6A4D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D6148F-0CCD-FAE4-0F9A-6D98FB55C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464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B0A96-A333-7B5A-0BE7-7C6D42288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6811-973F-75B7-837A-EB7DB9094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20627F-FDCB-8137-ED6F-28B92D12D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237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22A2C-DCD3-AA59-7E27-55636D6EE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3310B6-420B-3D35-E283-793F6A786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020F26-D4EB-2421-C513-B0E59DC78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26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3B6EE2-D35C-9DE6-1DD2-DA874F93F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A1643-0D16-E4AF-FE01-9ADC6419E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A89AD0-2905-9381-277E-B19288EF0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7438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CD135A-16EF-CD8D-CE60-0DD069F30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135D2-6437-AD55-7F4A-2999F46762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5B88-31C3-E607-8CD8-45FF84515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B2E1F-715B-42E3-BD94-DCAA777AA14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F3AEE-E09C-245E-5660-5B3719015D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804E17-00AE-8DDB-43CF-E4F7DAE7B9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765E82-E662-4828-895E-A52D6DF7EF7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VanadiumFooterBar"/>
          <p:cNvSpPr/>
          <p:nvPr userDrawn="1"/>
        </p:nvSpPr>
        <p:spPr>
          <a:xfrm>
            <a:off x="0" y="6578600"/>
            <a:ext cx="12192000" cy="279400"/>
          </a:xfrm>
          <a:prstGeom prst="rect">
            <a:avLst/>
          </a:prstGeom>
          <a:solidFill>
            <a:srgbClr val="1A2238"/>
          </a:solidFill>
          <a:ln>
            <a:noFill/>
          </a:ln>
        </p:spPr>
        <p:txBody>
          <a:bodyPr wrap="none" lIns="0" tIns="0" rIns="0" bIns="0" anchor="ctr"/>
          <a:lstStyle/>
          <a:p>
            <a:endParaRPr lang="en-US"/>
          </a:p>
        </p:txBody>
      </p:sp>
      <p:sp>
        <p:nvSpPr>
          <p:cNvPr id="8" name="VanadiumFooterLeft"/>
          <p:cNvSpPr txBox="1"/>
          <p:nvPr userDrawn="1"/>
        </p:nvSpPr>
        <p:spPr>
          <a:xfrm>
            <a:off x="762000" y="6591300"/>
            <a:ext cx="6350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Arial"/>
              </a:rPr>
              <a:t>Vanadium Realty  |  North Park Ventures Florida IOS Strategy</a:t>
            </a:r>
          </a:p>
        </p:txBody>
      </p:sp>
      <p:sp>
        <p:nvSpPr>
          <p:cNvPr id="9" name="VanadiumFooterPage"/>
          <p:cNvSpPr>
            <a:spLocks noGrp="1"/>
          </p:cNvSpPr>
          <p:nvPr>
            <p:ph type="sldNum" sz="quarter" idx="100"/>
          </p:nvPr>
        </p:nvSpPr>
        <p:spPr>
          <a:xfrm>
            <a:off x="10922000" y="6591300"/>
            <a:ext cx="508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fld id="{2F2F2F2F-1111-2222-3333-444444444444}" type="slidenum">
              <a:rPr lang="en-US" sz="800" dirty="0">
                <a:solidFill>
                  <a:srgbClr val="FFFFFF"/>
                </a:solidFill>
                <a:latin typeface="Arial"/>
              </a:rPr>
              <a:t>‹#›</a:t>
            </a:fld>
            <a:endParaRPr lang="en-US" sz="800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5608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 [1779318211036]">
  <a:themeElements>
    <a:clrScheme name="Office">
      <a:dk1>
        <a:srgbClr val="2D3854"/>
      </a:dk1>
      <a:lt1>
        <a:srgbClr val="FFFFFF"/>
      </a:lt1>
      <a:dk2>
        <a:srgbClr val="1A2238"/>
      </a:dk2>
      <a:lt2>
        <a:srgbClr val="DDE4E9"/>
      </a:lt2>
      <a:accent1>
        <a:srgbClr val="2D3854"/>
      </a:accent1>
      <a:accent2>
        <a:srgbClr val="748EC7"/>
      </a:accent2>
      <a:accent3>
        <a:srgbClr val="B7CEF4"/>
      </a:accent3>
      <a:accent4>
        <a:srgbClr val="D3E4FA"/>
      </a:accent4>
      <a:accent5>
        <a:srgbClr val="959FB0"/>
      </a:accent5>
      <a:accent6>
        <a:srgbClr val="747D8E"/>
      </a:accent6>
      <a:hlink>
        <a:srgbClr val="467886"/>
      </a:hlink>
      <a:folHlink>
        <a:srgbClr val="96607D"/>
      </a:folHlink>
    </a:clrScheme>
    <a:fontScheme name="Office">
      <a:majorFont>
        <a:latin typeface="Garamon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97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7823CC5-3532-4028-BC57-0161AF6811D6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9088e57f-9c80-41b0-b084-38e47341f64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c847581-c6dc-49d0-bcc9-bf2d078b5e9f">
      <Terms xmlns="http://schemas.microsoft.com/office/infopath/2007/PartnerControls"/>
    </lcf76f155ced4ddcb4097134ff3c332f>
    <TaxCatchAll xmlns="81c21d18-37f9-40bb-8431-3553deeeb9c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E18CDDA91EA54E81CDC1F80B3C723A" ma:contentTypeVersion="16" ma:contentTypeDescription="Create a new document." ma:contentTypeScope="" ma:versionID="33073373971db1b872ee5eb131e93d34">
  <xsd:schema xmlns:xsd="http://www.w3.org/2001/XMLSchema" xmlns:xs="http://www.w3.org/2001/XMLSchema" xmlns:p="http://schemas.microsoft.com/office/2006/metadata/properties" xmlns:ns2="9c847581-c6dc-49d0-bcc9-bf2d078b5e9f" xmlns:ns3="81c21d18-37f9-40bb-8431-3553deeeb9c0" targetNamespace="http://schemas.microsoft.com/office/2006/metadata/properties" ma:root="true" ma:fieldsID="4880e41748d87791d67efd712764d58d" ns2:_="" ns3:_="">
    <xsd:import namespace="9c847581-c6dc-49d0-bcc9-bf2d078b5e9f"/>
    <xsd:import namespace="81c21d18-37f9-40bb-8431-3553deeeb9c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847581-c6dc-49d0-bcc9-bf2d078b5e9f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a173dc27-8152-4000-8249-7143393c284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c21d18-37f9-40bb-8431-3553deeeb9c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ac128ed6-0d31-4d1e-871b-6c6e2dc176b3}" ma:internalName="TaxCatchAll" ma:showField="CatchAllData" ma:web="81c21d18-37f9-40bb-8431-3553deeeb9c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3CF31C0-0F61-4749-A74E-603C710DC22C}">
  <ds:schemaRefs>
    <ds:schemaRef ds:uri="http://schemas.microsoft.com/office/2006/metadata/properties"/>
    <ds:schemaRef ds:uri="http://schemas.microsoft.com/office/infopath/2007/PartnerControls"/>
    <ds:schemaRef ds:uri="9c847581-c6dc-49d0-bcc9-bf2d078b5e9f"/>
    <ds:schemaRef ds:uri="81c21d18-37f9-40bb-8431-3553deeeb9c0"/>
  </ds:schemaRefs>
</ds:datastoreItem>
</file>

<file path=customXml/itemProps2.xml><?xml version="1.0" encoding="utf-8"?>
<ds:datastoreItem xmlns:ds="http://schemas.openxmlformats.org/officeDocument/2006/customXml" ds:itemID="{589A32DA-BC7A-4E79-A8DF-74D492A662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c847581-c6dc-49d0-bcc9-bf2d078b5e9f"/>
    <ds:schemaRef ds:uri="81c21d18-37f9-40bb-8431-3553deeeb9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CA94191-D1F5-4B45-A16A-85679FE5E35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6513</Words>
  <Application>Microsoft Office PowerPoint</Application>
  <PresentationFormat>Widescreen</PresentationFormat>
  <Paragraphs>544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Arial</vt:lpstr>
      <vt:lpstr>Cambria Math</vt:lpstr>
      <vt:lpstr>Garamond</vt:lpstr>
      <vt:lpstr>Vani</vt:lpstr>
      <vt:lpstr>Office Theme [1779318211036]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Theodore Mouhlas</dc:creator>
  <cp:lastModifiedBy>Theodore Mouhlas</cp:lastModifiedBy>
  <cp:revision>10</cp:revision>
  <dcterms:created xsi:type="dcterms:W3CDTF">2026-05-20T21:40:00Z</dcterms:created>
  <dcterms:modified xsi:type="dcterms:W3CDTF">2026-05-26T19:18:42Z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0x0101001AE18CDDA91EA54E81CDC1F80B3C723A</vt:lpwstr>
  </property>
  <property fmtid="{D5CDD505-2E9C-101B-9397-08002B2CF9AE}" pid="3" name="MediaServiceImageTags">
    <vt:lpwstr/>
  </property>
</Properties>
</file>