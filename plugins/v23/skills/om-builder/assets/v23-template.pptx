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/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2FF113-A812-6DE2-EEF9-4E3674255393}" name="Theodore Mouhlas" initials="TM" userId="S::tmouhlas@v23group.com::01ff3cd0-0633-42e2-959a-392a4aa13f64" providerId="AD"/>
  <p188:author id="{80603580-F5F1-C191-1AEC-57B23718219D}" name="Liz Orlova" initials="LO" userId="S::lorlova@v23group.com::34bf025f-3747-4d58-94cf-53221bcf2f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8EC7"/>
    <a:srgbClr val="26A69A"/>
    <a:srgbClr val="959FB0"/>
    <a:srgbClr val="D3E4FA"/>
    <a:srgbClr val="DDE4E9"/>
    <a:srgbClr val="B7CEF4"/>
    <a:srgbClr val="2D3854"/>
    <a:srgbClr val="FFFFFF"/>
    <a:srgbClr val="A2FD9E"/>
    <a:srgbClr val="F8B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6247" autoAdjust="0"/>
  </p:normalViewPr>
  <p:slideViewPr>
    <p:cSldViewPr snapToGrid="0">
      <p:cViewPr varScale="1">
        <p:scale>
          <a:sx n="104" d="100"/>
          <a:sy n="104" d="100"/>
        </p:scale>
        <p:origin x="204" y="4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88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6/11/relationships/changesInfo" Target="changesInfos/changesInfo1.xml"/><Relationship Id="rId5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odore Mouhlas" userId="01ff3cd0-0633-42e2-959a-392a4aa13f64" providerId="ADAL" clId="{3807C590-9C5F-4341-9358-7295F7680566}"/>
    <pc:docChg chg="undo redo custSel modSld">
      <pc:chgData name="Theodore Mouhlas" userId="01ff3cd0-0633-42e2-959a-392a4aa13f64" providerId="ADAL" clId="{3807C590-9C5F-4341-9358-7295F7680566}" dt="2026-04-17T03:17:04.049" v="946" actId="20577"/>
      <pc:docMkLst>
        <pc:docMk/>
      </pc:docMkLst>
      <pc:sldChg chg="modSp mod">
        <pc:chgData name="Theodore Mouhlas" userId="01ff3cd0-0633-42e2-959a-392a4aa13f64" providerId="ADAL" clId="{3807C590-9C5F-4341-9358-7295F7680566}" dt="2026-04-17T03:17:04.049" v="946" actId="20577"/>
        <pc:sldMkLst>
          <pc:docMk/>
          <pc:sldMk cId="3278326019" sldId="261"/>
        </pc:sldMkLst>
        <pc:spChg chg="mod">
          <ac:chgData name="Theodore Mouhlas" userId="01ff3cd0-0633-42e2-959a-392a4aa13f64" providerId="ADAL" clId="{3807C590-9C5F-4341-9358-7295F7680566}" dt="2026-04-17T03:17:04.049" v="946" actId="20577"/>
          <ac:spMkLst>
            <pc:docMk/>
            <pc:sldMk cId="3278326019" sldId="261"/>
            <ac:spMk id="12" creationId="{D0173BD7-74B5-5E8D-0A2D-A11B45F6EE8E}"/>
          </ac:spMkLst>
        </pc:spChg>
      </pc:sldChg>
    </pc:docChg>
  </pc:docChgLst>
  <pc:docChgLst>
    <pc:chgData name="Theodore Mouhlas" userId="01ff3cd0-0633-42e2-959a-392a4aa13f64" providerId="ADAL" clId="{2673A91A-3439-4315-AE72-1AC445A732DB}"/>
    <pc:docChg chg="custSel delSld modSld">
      <pc:chgData name="Theodore Mouhlas" userId="01ff3cd0-0633-42e2-959a-392a4aa13f64" providerId="ADAL" clId="{2673A91A-3439-4315-AE72-1AC445A732DB}" dt="2026-04-22T22:06:23.295" v="25" actId="2696"/>
      <pc:docMkLst>
        <pc:docMk/>
      </pc:docMkLst>
      <pc:sldChg chg="delSp modSp mod">
        <pc:chgData name="Theodore Mouhlas" userId="01ff3cd0-0633-42e2-959a-392a4aa13f64" providerId="ADAL" clId="{2673A91A-3439-4315-AE72-1AC445A732DB}" dt="2026-04-22T22:06:08.066" v="24" actId="1035"/>
        <pc:sldMkLst>
          <pc:docMk/>
          <pc:sldMk cId="775383213" sldId="258"/>
        </pc:sldMkLst>
        <pc:picChg chg="del">
          <ac:chgData name="Theodore Mouhlas" userId="01ff3cd0-0633-42e2-959a-392a4aa13f64" providerId="ADAL" clId="{2673A91A-3439-4315-AE72-1AC445A732DB}" dt="2026-04-22T22:05:57.107" v="1" actId="478"/>
          <ac:picMkLst>
            <pc:docMk/>
            <pc:sldMk cId="775383213" sldId="258"/>
            <ac:picMk id="11" creationId="{9A9A37EC-836B-4D9A-0639-AFAAA06FCCBD}"/>
          </ac:picMkLst>
        </pc:picChg>
        <pc:picChg chg="mod">
          <ac:chgData name="Theodore Mouhlas" userId="01ff3cd0-0633-42e2-959a-392a4aa13f64" providerId="ADAL" clId="{2673A91A-3439-4315-AE72-1AC445A732DB}" dt="2026-04-22T22:06:08.066" v="24" actId="1035"/>
          <ac:picMkLst>
            <pc:docMk/>
            <pc:sldMk cId="775383213" sldId="258"/>
            <ac:picMk id="14" creationId="{EBB9CF9D-173F-DE4D-C1BD-D91FF735FD19}"/>
          </ac:picMkLst>
        </pc:picChg>
      </pc:sldChg>
      <pc:sldChg chg="modSp mod">
        <pc:chgData name="Theodore Mouhlas" userId="01ff3cd0-0633-42e2-959a-392a4aa13f64" providerId="ADAL" clId="{2673A91A-3439-4315-AE72-1AC445A732DB}" dt="2026-04-22T22:05:29.915" v="0" actId="20577"/>
        <pc:sldMkLst>
          <pc:docMk/>
          <pc:sldMk cId="3278326019" sldId="261"/>
        </pc:sldMkLst>
        <pc:spChg chg="mod">
          <ac:chgData name="Theodore Mouhlas" userId="01ff3cd0-0633-42e2-959a-392a4aa13f64" providerId="ADAL" clId="{2673A91A-3439-4315-AE72-1AC445A732DB}" dt="2026-04-22T22:05:29.915" v="0" actId="20577"/>
          <ac:spMkLst>
            <pc:docMk/>
            <pc:sldMk cId="3278326019" sldId="261"/>
            <ac:spMk id="12" creationId="{D0173BD7-74B5-5E8D-0A2D-A11B45F6EE8E}"/>
          </ac:spMkLst>
        </pc:spChg>
      </pc:sldChg>
      <pc:sldChg chg="del">
        <pc:chgData name="Theodore Mouhlas" userId="01ff3cd0-0633-42e2-959a-392a4aa13f64" providerId="ADAL" clId="{2673A91A-3439-4315-AE72-1AC445A732DB}" dt="2026-04-22T22:06:23.295" v="25" actId="2696"/>
        <pc:sldMkLst>
          <pc:docMk/>
          <pc:sldMk cId="3523174100" sldId="30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DF5942-D746-A330-C15A-7179191334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1B20E-6589-F5E2-6B56-E50F50392D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DEE9EA20-DEEE-4080-865A-F07DEA3786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1710D-CBEA-6968-B09E-0C1B6F0657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527"/>
            <a:ext cx="3011488" cy="46355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49BD2-5518-C5D0-2B9A-D7871EDA1D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7000" y="8772527"/>
            <a:ext cx="3011488" cy="46355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DEAFE809-7C34-48BB-8C23-6DF0C13D7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126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1699" cy="463408"/>
          </a:xfrm>
          <a:prstGeom prst="rect">
            <a:avLst/>
          </a:prstGeom>
        </p:spPr>
        <p:txBody>
          <a:bodyPr vert="horz" lIns="92482" tIns="46242" rIns="92482" bIns="4624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1"/>
            <a:ext cx="3011699" cy="463408"/>
          </a:xfrm>
          <a:prstGeom prst="rect">
            <a:avLst/>
          </a:prstGeom>
        </p:spPr>
        <p:txBody>
          <a:bodyPr vert="horz" lIns="92482" tIns="46242" rIns="92482" bIns="46242" rtlCol="0"/>
          <a:lstStyle>
            <a:lvl1pPr algn="r">
              <a:defRPr sz="1200"/>
            </a:lvl1pPr>
          </a:lstStyle>
          <a:p>
            <a:fld id="{B38D921E-B01F-41DE-83EE-643516D1B4B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2" tIns="46242" rIns="92482" bIns="4624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0"/>
            <a:ext cx="5560060" cy="3636706"/>
          </a:xfrm>
          <a:prstGeom prst="rect">
            <a:avLst/>
          </a:prstGeom>
        </p:spPr>
        <p:txBody>
          <a:bodyPr vert="horz" lIns="92482" tIns="46242" rIns="92482" bIns="4624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1"/>
            <a:ext cx="3011699" cy="463407"/>
          </a:xfrm>
          <a:prstGeom prst="rect">
            <a:avLst/>
          </a:prstGeom>
        </p:spPr>
        <p:txBody>
          <a:bodyPr vert="horz" lIns="92482" tIns="46242" rIns="92482" bIns="4624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71"/>
            <a:ext cx="3011699" cy="463407"/>
          </a:xfrm>
          <a:prstGeom prst="rect">
            <a:avLst/>
          </a:prstGeom>
        </p:spPr>
        <p:txBody>
          <a:bodyPr vert="horz" lIns="92482" tIns="46242" rIns="92482" bIns="46242" rtlCol="0" anchor="b"/>
          <a:lstStyle>
            <a:lvl1pPr algn="r">
              <a:defRPr sz="1200"/>
            </a:lvl1pPr>
          </a:lstStyle>
          <a:p>
            <a:fld id="{D42659DC-4DE7-4598-B6CD-19E348061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897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3287-DCEA-49A6-7194-6EE9D6A37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1A66C-5BFC-1026-1FF1-2D02E7FE3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2578-B9E5-73AC-3655-1223DD19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8650-CDD6-4A2E-A7D2-9A5CCD8444E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FDF96-37DA-FBA4-5C5E-043634E6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3E8C1-93E7-6660-626F-A16534AB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27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010B-B688-B5F6-7BB7-A546919C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FA0BA-4759-EB65-50C9-3AE2D50BC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F2B3D-BC09-D716-78C5-B8444CDC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FCAD-6523-4810-80D1-90C66A67767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B794-AA13-6D7E-6A3E-AB2F8A4C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D4125-DC9B-C80F-7D0F-291A48BC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73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1BAC-F1D4-A38B-6A89-A4C0EA92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34FF6-715A-A5A2-6405-86F5C2D5B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F4F17-CD1F-03C5-628A-7D0A373E8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4D80B-352A-4363-817C-9E8FCFA6D0AA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746B4-73A7-9FA1-66E1-ECF20F1D1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29734-44F3-D64C-84CA-FA384237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7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4667-57E8-D85E-F415-EB7CBB3F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94E94-2E61-D079-A7D7-687D5251F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D4B6C-FF74-5EE5-C875-319BBAC2E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56DB0-FCC0-CA3F-4E09-79D4B2E7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2319-D774-4A65-B7E4-1EA9AC4D5A2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AC9E5-27B5-1AE0-79C9-5D2725AB1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607EF-F317-2D57-4680-137CC117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75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547D-DE60-1DBE-6DA8-E48A169AD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4264E-5007-5407-D959-EF429B325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65918-0FA1-1C62-55FC-9E1D2002A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E3FFD-89D8-90FF-B76B-BF2BB4FD8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EC52F-91D5-4768-B7DC-5D21680A5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480BBE-D7C5-7C14-03B8-6EA9242E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C5D2-AFF8-4B05-A8BE-5C9D1BD1B27B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C11920-C8C5-A32D-688F-C6BCE090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2E7ECC-B85E-4548-95BB-4E51F0ED8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0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F33F-97AB-A4B1-2471-3C035813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4D555-9CB6-D101-C2E1-C99E587B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2B7B-1CB4-4BCF-B3B8-386ACCCC7438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9240-586E-813D-D3D3-60A37F24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2858F-AB37-9A4D-B3DE-C9BD8756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4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0B9AC-7D57-0693-480A-CC9CBE119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0D178-CB7D-4AB2-A71A-72E612B4A18A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06D2B-F56A-E7E6-0260-42136035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8728A-51BC-DC7E-092E-1B3E57B4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7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EE57-A3EA-C512-01F3-CE680FFC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AFC9-6152-C2EB-BCE8-231C0F56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0FBEC-DCD8-0173-9E27-8A18D4943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D65DA-0CDA-2D24-A7EB-470F1F11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9CBF-ED1B-480D-9057-EA6A43181D12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12886-3D1A-3D80-BC07-DBA7135B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2042B-4E7D-5F3A-FD90-99B64D94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69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1EBA-D39F-9D24-CF1A-0F16D9CDA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7D77D0-A5B7-5136-CB5F-136A16EA3B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9B237-F7AD-B7E6-7045-A756A81D7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76613-14CC-5BCF-8588-FC72B72B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7267-26F3-4C0B-A203-A3F27F0467D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732C0-1D0A-92DA-B3F0-26AC65DFF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53345-8FD2-5677-C461-ADD6734A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85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84FA-9198-11F3-34B8-3648FBAD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AE874-A015-2B2B-232E-E5222055C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3F8A-F888-144A-2F37-71E95D75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5B8E-C9C2-4CAB-A0EC-D4B00BC45EF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6D45D-D3C1-F46D-8E20-84E750565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493AC-0A60-6CCC-FC1E-4EA9D3D1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8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95194-9622-2994-92FA-7C9D6518C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ACB29-DA29-AF75-7FFF-7DA27D648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7817A-242C-8B13-03F2-D8B86C71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DC652-B654-40CA-ACF0-D4B86C34273F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C30DC-EEA3-E8FA-E672-D2C18DF2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24D66-3267-F1E3-9546-ADB14EA2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338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0C20DB-A5EE-C90D-EA24-5BA9AFFB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C5580-09D2-4B05-3D6E-35F061F7A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ED026-D51D-5144-3205-DAE5B4521F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CA882-826D-4D73-83CA-177D2962653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BD554-81C8-99DB-21DA-824328E92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9C165-153D-6A0F-53CF-6484E3A51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CB7D9-F698-42F3-AB6E-1BDE4CEE2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46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847581-c6dc-49d0-bcc9-bf2d078b5e9f">
      <Terms xmlns="http://schemas.microsoft.com/office/infopath/2007/PartnerControls"/>
    </lcf76f155ced4ddcb4097134ff3c332f>
    <TaxCatchAll xmlns="81c21d18-37f9-40bb-8431-3553deeeb9c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E18CDDA91EA54E81CDC1F80B3C723A" ma:contentTypeVersion="16" ma:contentTypeDescription="Create a new document." ma:contentTypeScope="" ma:versionID="33073373971db1b872ee5eb131e93d34">
  <xsd:schema xmlns:xsd="http://www.w3.org/2001/XMLSchema" xmlns:xs="http://www.w3.org/2001/XMLSchema" xmlns:p="http://schemas.microsoft.com/office/2006/metadata/properties" xmlns:ns2="9c847581-c6dc-49d0-bcc9-bf2d078b5e9f" xmlns:ns3="81c21d18-37f9-40bb-8431-3553deeeb9c0" targetNamespace="http://schemas.microsoft.com/office/2006/metadata/properties" ma:root="true" ma:fieldsID="4880e41748d87791d67efd712764d58d" ns2:_="" ns3:_="">
    <xsd:import namespace="9c847581-c6dc-49d0-bcc9-bf2d078b5e9f"/>
    <xsd:import namespace="81c21d18-37f9-40bb-8431-3553deeeb9c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847581-c6dc-49d0-bcc9-bf2d078b5e9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a173dc27-8152-4000-8249-7143393c28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c21d18-37f9-40bb-8431-3553deeeb9c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c128ed6-0d31-4d1e-871b-6c6e2dc176b3}" ma:internalName="TaxCatchAll" ma:showField="CatchAllData" ma:web="81c21d18-37f9-40bb-8431-3553deeeb9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4C398C-C6F4-4446-8548-CD1C52F6F593}">
  <ds:schemaRefs>
    <ds:schemaRef ds:uri="9c847581-c6dc-49d0-bcc9-bf2d078b5e9f"/>
    <ds:schemaRef ds:uri="http://schemas.microsoft.com/office/2006/metadata/properties"/>
    <ds:schemaRef ds:uri="http://schemas.microsoft.com/office/2006/documentManagement/types"/>
    <ds:schemaRef ds:uri="81c21d18-37f9-40bb-8431-3553deeeb9c0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788ABAB-4555-408E-A9EB-59B7C6556F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0D208D-4D85-4292-8115-7DBD50DC39B2}">
  <ds:schemaRefs>
    <ds:schemaRef ds:uri="81c21d18-37f9-40bb-8431-3553deeeb9c0"/>
    <ds:schemaRef ds:uri="9c847581-c6dc-49d0-bcc9-bf2d078b5e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7073</Words>
  <Application>Microsoft Office PowerPoint</Application>
  <PresentationFormat>Widescreen</PresentationFormat>
  <Paragraphs>922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Garamond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 Orlova</dc:creator>
  <cp:lastModifiedBy>Theodore Mouhlas</cp:lastModifiedBy>
  <cp:revision>12</cp:revision>
  <cp:lastPrinted>2026-03-05T17:04:50Z</cp:lastPrinted>
  <dcterms:created xsi:type="dcterms:W3CDTF">2026-01-08T04:44:54Z</dcterms:created>
  <dcterms:modified xsi:type="dcterms:W3CDTF">2026-04-22T22:06:24Z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0x0101001AE18CDDA91EA54E81CDC1F80B3C723A</vt:lpwstr>
  </property>
  <property fmtid="{D5CDD505-2E9C-101B-9397-08002B2CF9AE}" pid="3" name="MediaServiceImageTags">
    <vt:lpwstr/>
  </property>
</Properties>
</file>